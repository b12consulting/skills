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%</c:v>
                </c:pt>
              </c:strCache>
            </c:strRef>
          </c:tx>
          <c:spPr>
            <a:solidFill>
              <a:srgbClr val="005D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5D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34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A8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A89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C3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Design</c:v>
                  </c:pt>
                  <c:pt idx="1">
                    <c:v>Engineering</c:v>
                  </c:pt>
                  <c:pt idx="2">
                    <c:v>Marketing</c:v>
                  </c:pt>
                  <c:pt idx="3">
                    <c:v>Sales</c:v>
                  </c:pt>
                  <c:pt idx="4">
                    <c:v>Operations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82</c:v>
                </c:pt>
                <c:pt idx="2">
                  <c:v>78</c:v>
                </c:pt>
                <c:pt idx="3">
                  <c:v>65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kills/skills/skills/yuma-design/references/Yuma_logo_White-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65760"/>
            <a:ext cx="1463040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328" y="2148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00E95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Yuma Design System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338328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Presentation Demo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3832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Agenda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338328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801368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Palette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01368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Yuma brand color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32888" y="25146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995928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95928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Fonts, weights, and spacing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27448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03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190488" y="3566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Layouts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190488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Templates and patterns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22008" y="4617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04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385048" y="4617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Capabilities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85048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AI agents can create</a:t>
            </a:r>
            <a:endParaRPr lang="en-US" sz="1400" dirty="0"/>
          </a:p>
        </p:txBody>
      </p:sp>
      <p:pic>
        <p:nvPicPr>
          <p:cNvPr id="15" name="Image 0" descr="/home/runner/work/skills/skills/skills/yuma-design/references/Yuma_logo_Black-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6309360"/>
            <a:ext cx="813816" cy="33832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503920" y="6309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Palette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Yuma brand color system — serious with a joyful touch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Brand Color Palette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338328" y="1463040"/>
            <a:ext cx="3291840" cy="1188720"/>
          </a:xfrm>
          <a:prstGeom prst="rect">
            <a:avLst/>
          </a:prstGeom>
          <a:solidFill>
            <a:srgbClr val="005D45"/>
          </a:solidFill>
          <a:ln/>
        </p:spPr>
      </p:sp>
      <p:sp>
        <p:nvSpPr>
          <p:cNvPr id="4" name="Text 2"/>
          <p:cNvSpPr/>
          <p:nvPr/>
        </p:nvSpPr>
        <p:spPr>
          <a:xfrm>
            <a:off x="521208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 Green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21208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#005D45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87368" y="1463040"/>
            <a:ext cx="3291840" cy="1188720"/>
          </a:xfrm>
          <a:prstGeom prst="rect">
            <a:avLst/>
          </a:prstGeom>
          <a:solidFill>
            <a:srgbClr val="21E467"/>
          </a:solidFill>
          <a:ln/>
        </p:spPr>
      </p:sp>
      <p:sp>
        <p:nvSpPr>
          <p:cNvPr id="7" name="Text 5"/>
          <p:cNvSpPr/>
          <p:nvPr/>
        </p:nvSpPr>
        <p:spPr>
          <a:xfrm>
            <a:off x="4270248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Green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70248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#21E467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36408" y="1463040"/>
            <a:ext cx="3291840" cy="1188720"/>
          </a:xfrm>
          <a:prstGeom prst="rect">
            <a:avLst/>
          </a:prstGeom>
          <a:solidFill>
            <a:srgbClr val="00E953"/>
          </a:solidFill>
          <a:ln/>
        </p:spPr>
      </p:sp>
      <p:sp>
        <p:nvSpPr>
          <p:cNvPr id="10" name="Text 8"/>
          <p:cNvSpPr/>
          <p:nvPr/>
        </p:nvSpPr>
        <p:spPr>
          <a:xfrm>
            <a:off x="8019288" y="1645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Bright Green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19288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#00E953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" y="3017520"/>
            <a:ext cx="3291840" cy="1188720"/>
          </a:xfrm>
          <a:prstGeom prst="rect">
            <a:avLst/>
          </a:prstGeom>
          <a:solidFill>
            <a:srgbClr val="6434DA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#6434DA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87368" y="3017520"/>
            <a:ext cx="3291840" cy="1188720"/>
          </a:xfrm>
          <a:prstGeom prst="rect">
            <a:avLst/>
          </a:prstGeom>
          <a:solidFill>
            <a:srgbClr val="EBA8FF"/>
          </a:solidFill>
          <a:ln/>
        </p:spPr>
      </p:sp>
      <p:sp>
        <p:nvSpPr>
          <p:cNvPr id="16" name="Text 14"/>
          <p:cNvSpPr/>
          <p:nvPr/>
        </p:nvSpPr>
        <p:spPr>
          <a:xfrm>
            <a:off x="4270248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70248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#EBA8FF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36408" y="3017520"/>
            <a:ext cx="3291840" cy="1188720"/>
          </a:xfrm>
          <a:prstGeom prst="rect">
            <a:avLst/>
          </a:prstGeom>
          <a:solidFill>
            <a:srgbClr val="C4A892"/>
          </a:solidFill>
          <a:ln/>
        </p:spPr>
      </p:sp>
      <p:sp>
        <p:nvSpPr>
          <p:cNvPr id="19" name="Text 17"/>
          <p:cNvSpPr/>
          <p:nvPr/>
        </p:nvSpPr>
        <p:spPr>
          <a:xfrm>
            <a:off x="8019288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19288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#C4A892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" y="4572000"/>
            <a:ext cx="3291840" cy="1188720"/>
          </a:xfrm>
          <a:prstGeom prst="rect">
            <a:avLst/>
          </a:prstGeom>
          <a:solidFill>
            <a:srgbClr val="F0ECE9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 Grey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#F0ECE9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87368" y="4572000"/>
            <a:ext cx="3291840" cy="1188720"/>
          </a:xfrm>
          <a:prstGeom prst="rect">
            <a:avLst/>
          </a:prstGeom>
          <a:solidFill>
            <a:srgbClr val="F8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4270248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 White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270248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#F8F5F5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36408" y="4572000"/>
            <a:ext cx="3291840" cy="1188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19288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19288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#000000</a:t>
            </a:r>
            <a:endParaRPr lang="en-US" sz="1200" dirty="0"/>
          </a:p>
        </p:txBody>
      </p:sp>
      <p:pic>
        <p:nvPicPr>
          <p:cNvPr id="30" name="Image 0" descr="/home/runner/work/skills/skills/skills/yuma-design/references/Yuma_logo_Black-RG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6309360"/>
            <a:ext cx="813816" cy="338328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503920" y="6309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Color Usage Rules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371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6858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Title/cover slides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 Green background with Bright Green title text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slides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background with Black text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Thank-you / closing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 background with Black text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Footer bar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Granular Grey background on content slides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Forest Green, Purple, Pink, Earth, and Future Green as series colors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29600" y="1371600"/>
            <a:ext cx="3474720" cy="1280160"/>
          </a:xfrm>
          <a:prstGeom prst="rect">
            <a:avLst/>
          </a:prstGeom>
          <a:solidFill>
            <a:srgbClr val="005D45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Slide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0" y="2834640"/>
            <a:ext cx="3474720" cy="1828800"/>
          </a:xfrm>
          <a:prstGeom prst="rect">
            <a:avLst/>
          </a:prstGeom>
          <a:solidFill>
            <a:srgbClr val="F0ECE9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0" y="3291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Slides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4846320"/>
            <a:ext cx="3474720" cy="1280160"/>
          </a:xfrm>
          <a:prstGeom prst="rect">
            <a:avLst/>
          </a:prstGeom>
          <a:solidFill>
            <a:srgbClr val="EBA8FF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0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 Slide</a:t>
            </a:r>
            <a:endParaRPr lang="en-US" sz="1300" dirty="0"/>
          </a:p>
        </p:txBody>
      </p:sp>
      <p:pic>
        <p:nvPicPr>
          <p:cNvPr id="11" name="Image 1" descr="/home/runner/work/skills/skills/skills/yuma-design/references/Yuma_logo_Black-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09360"/>
            <a:ext cx="813816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6309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typefaces that express the Yuma brand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Typography System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371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Merriweather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38328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 Typeface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38328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Substitute for Bogue Slab Thin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regular weight — never bold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titles, section numbers, statements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slides: 60pt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titles: 35pt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 text: 45–60pt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5D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Typeface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across all body copy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weight for most text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/ SemiBold for emphasis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text: 16pt, charSpacing: –0.6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Footer / source: 10pt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spacing: 110%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852160" y="1371600"/>
            <a:ext cx="0" cy="4389120"/>
          </a:xfrm>
          <a:prstGeom prst="line">
            <a:avLst/>
          </a:prstGeom>
          <a:noFill/>
          <a:ln w="12700">
            <a:solidFill>
              <a:srgbClr val="F0ECE9"/>
            </a:solidFill>
            <a:prstDash val="solid"/>
          </a:ln>
        </p:spPr>
      </p:sp>
      <p:pic>
        <p:nvPicPr>
          <p:cNvPr id="11" name="Image 1" descr="/home/runner/work/skills/skills/skills/yuma-design/references/Yuma_logo_Black-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09360"/>
            <a:ext cx="813816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6309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Layouts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patterns for every slide type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Nine Slide Types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371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/ Cover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5528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Forest Green + Y-motif background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13716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6008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636008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Numbered staircase layout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3716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76488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Divider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476488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number + title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97180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5528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 + Body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95528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content layout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8808" y="297180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36008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Two-Column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636008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Side-by-side content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88" y="297180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76488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+ Image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8476488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and visual split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4572000"/>
            <a:ext cx="320040" cy="3200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5528" y="4572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795528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centered quote text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8808" y="457200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636008" y="4572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4636008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visualization with brand colors</a:t>
            </a:r>
            <a:endParaRPr lang="en-US" sz="13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4572000"/>
            <a:ext cx="320040" cy="32004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476488" y="4572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9" name="Text 18"/>
          <p:cNvSpPr/>
          <p:nvPr/>
        </p:nvSpPr>
        <p:spPr>
          <a:xfrm>
            <a:off x="8476488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 closing slide</a:t>
            </a:r>
            <a:endParaRPr lang="en-US" sz="1300" dirty="0"/>
          </a:p>
        </p:txBody>
      </p:sp>
      <p:pic>
        <p:nvPicPr>
          <p:cNvPr id="30" name="Image 9" descr="/home/runner/work/skills/skills/skills/yuma-design/references/Yuma_logo_Black-RG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6309360"/>
            <a:ext cx="813816" cy="33832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8503920" y="6309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1280160"/>
            <a:ext cx="6035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Minimalist and clean.</a:t>
            </a:r>
            <a:endParaRPr lang="en-US" sz="48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Lots of whitespace.</a:t>
            </a:r>
            <a:endParaRPr lang="en-US" sz="48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Completely flat design.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5D4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828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3774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AI agents can now create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AI-Powered Presentation Creation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371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Brand-compliant design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follow strict brand guidelines — colors, fonts, and layouts are applied consistently across every slide, eliminating manual design work.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Programmatic generation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PptxGenJS, agents generate native .pptx files with full support for shapes, charts, images, and rich text formatting.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assurance built in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presentation goes through content extraction and visual rendering checks before delivery.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b="1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Customizable and extensible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600" spc="-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skill system allows agents to learn new brand guidelines, templates, and design systems for any organization.</a:t>
            </a:r>
            <a:endParaRPr lang="en-US" sz="1600" dirty="0"/>
          </a:p>
        </p:txBody>
      </p:sp>
      <p:pic>
        <p:nvPicPr>
          <p:cNvPr id="5" name="Image 1" descr="/home/runner/work/skills/skills/skills/yuma-design/references/Yuma_logo_Black-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09360"/>
            <a:ext cx="813816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3920" y="6309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Brand Adoption Across Teams</a:t>
            </a:r>
            <a:endParaRPr lang="en-US" sz="3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10972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/home/runner/work/skills/skills/skills/yuma-design/references/Yuma_logo_Black-R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6309360"/>
            <a:ext cx="813816" cy="3383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03920" y="6309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328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00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future is yuman.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38328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38328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hello@yuma.ai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Yuma Design System — Agent-Generated Presentation</dc:title>
  <dc:subject>PptxGenJS Presentation</dc:subject>
  <dc:creator>Yuma AI Agent</dc:creator>
  <cp:lastModifiedBy>Yuma AI Agent</cp:lastModifiedBy>
  <cp:revision>1</cp:revision>
  <dcterms:created xsi:type="dcterms:W3CDTF">2026-05-15T19:00:51Z</dcterms:created>
  <dcterms:modified xsi:type="dcterms:W3CDTF">2026-05-15T19:00:51Z</dcterms:modified>
</cp:coreProperties>
</file>