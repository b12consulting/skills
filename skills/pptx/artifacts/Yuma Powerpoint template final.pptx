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olors5.xml" ContentType="application/vnd.ms-office.chartcolorstyle+xml"/>
  <Override PartName="/ppt/charts/style5.xml" ContentType="application/vnd.ms-office.chartstyle+xml"/>
  <Override PartName="/ppt/charts/chart4.xml" ContentType="application/vnd.openxmlformats-officedocument.drawingml.chart+xml"/>
  <Override PartName="/ppt/charts/colors4.xml" ContentType="application/vnd.ms-office.chartcolorstyle+xml"/>
  <Override PartName="/ppt/charts/style4.xml" ContentType="application/vnd.ms-office.chartstyle+xml"/>
  <Override PartName="/ppt/charts/chart3.xml" ContentType="application/vnd.openxmlformats-officedocument.drawingml.chart+xml"/>
  <Override PartName="/ppt/charts/colors3.xml" ContentType="application/vnd.ms-office.chartcolorstyle+xml"/>
  <Override PartName="/ppt/charts/style3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charts/chartEx1.xml" ContentType="application/vnd.ms-office.chartex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81" r:id="rId4"/>
    <p:sldId id="259" r:id="rId5"/>
    <p:sldId id="260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64" r:id="rId16"/>
    <p:sldId id="282" r:id="rId17"/>
    <p:sldId id="280" r:id="rId18"/>
    <p:sldId id="274" r:id="rId19"/>
    <p:sldId id="263" r:id="rId20"/>
    <p:sldId id="262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embeddedFontLst>
    <p:embeddedFont>
      <p:font typeface="Bogue Slab Thin" pitchFamily="2" charset="77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Inter" panose="02000503000000020004" pitchFamily="2" charset="0"/>
      <p:regular r:id="rId33"/>
      <p:bold r:id="rId34"/>
    </p:embeddedFont>
    <p:embeddedFont>
      <p:font typeface="Inter Light" panose="02000503000000020004" pitchFamily="2" charset="0"/>
      <p:regular r:id="rId35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E9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63" autoAdjust="0"/>
    <p:restoredTop sz="96327" autoAdjust="0"/>
  </p:normalViewPr>
  <p:slideViewPr>
    <p:cSldViewPr snapToGrid="0" showGuides="1">
      <p:cViewPr varScale="1">
        <p:scale>
          <a:sx n="118" d="100"/>
          <a:sy n="118" d="100"/>
        </p:scale>
        <p:origin x="720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4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93-425D-975A-0A9D61BF5C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93-425D-975A-0A9D61BF5C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93-425D-975A-0A9D61BF5C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09664847"/>
        <c:axId val="1309667183"/>
      </c:barChart>
      <c:catAx>
        <c:axId val="1309664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-60" baseline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pPr>
            <a:endParaRPr lang="en-NL"/>
          </a:p>
        </c:txPr>
        <c:crossAx val="1309667183"/>
        <c:crosses val="autoZero"/>
        <c:auto val="1"/>
        <c:lblAlgn val="ctr"/>
        <c:lblOffset val="100"/>
        <c:noMultiLvlLbl val="0"/>
      </c:catAx>
      <c:valAx>
        <c:axId val="1309667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-6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pPr>
            <a:endParaRPr lang="en-NL"/>
          </a:p>
        </c:txPr>
        <c:crossAx val="1309664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spc="-60" baseline="0">
              <a:solidFill>
                <a:schemeClr val="tx1"/>
              </a:solidFill>
              <a:latin typeface="Inter Light" panose="02000503000000020004" pitchFamily="2" charset="0"/>
              <a:ea typeface="Inter Light" panose="02000503000000020004" pitchFamily="2" charset="0"/>
              <a:cs typeface="+mn-cs"/>
            </a:defRPr>
          </a:pPr>
          <a:endParaRPr lang="en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pc="-60" baseline="0">
          <a:latin typeface="Inter" panose="02000503000000020004" pitchFamily="2" charset="0"/>
          <a:ea typeface="Inter" panose="02000503000000020004" pitchFamily="2" charset="0"/>
        </a:defRPr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2A-4697-B442-AE3852EA94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2A-4697-B442-AE3852EA94E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2A-4697-B442-AE3852EA94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38502031"/>
        <c:axId val="1338335231"/>
      </c:areaChart>
      <c:catAx>
        <c:axId val="13385020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38335231"/>
        <c:crosses val="autoZero"/>
        <c:auto val="1"/>
        <c:lblAlgn val="ctr"/>
        <c:lblOffset val="100"/>
        <c:noMultiLvlLbl val="0"/>
      </c:catAx>
      <c:valAx>
        <c:axId val="1338335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3850203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DE-49A0-BF16-9102063968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DE-49A0-BF16-9102063968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12700">
                <a:solidFill>
                  <a:schemeClr val="lt2"/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DE-49A0-BF16-9102063968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38502031"/>
        <c:axId val="1338335231"/>
      </c:lineChart>
      <c:catAx>
        <c:axId val="133850203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-40" baseline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pPr>
            <a:endParaRPr lang="en-NL"/>
          </a:p>
        </c:txPr>
        <c:crossAx val="1338335231"/>
        <c:crosses val="autoZero"/>
        <c:auto val="1"/>
        <c:lblAlgn val="ctr"/>
        <c:lblOffset val="100"/>
        <c:noMultiLvlLbl val="0"/>
      </c:catAx>
      <c:valAx>
        <c:axId val="1338335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pPr>
            <a:endParaRPr lang="en-NL"/>
          </a:p>
        </c:txPr>
        <c:crossAx val="1338502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560467045990319"/>
          <c:y val="2.7131567866457339E-2"/>
          <c:w val="0.12359999494762154"/>
          <c:h val="0.1580988317627358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Inter Light" panose="02000503000000020004" pitchFamily="2" charset="0"/>
              <a:ea typeface="Inter Light" panose="02000503000000020004" pitchFamily="2" charset="0"/>
              <a:cs typeface="+mn-cs"/>
            </a:defRPr>
          </a:pPr>
          <a:endParaRPr lang="en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Inter" panose="02000503000000020004" pitchFamily="2" charset="0"/>
          <a:ea typeface="Inter" panose="02000503000000020004" pitchFamily="2" charset="0"/>
        </a:defRPr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74-49F3-A612-D45F042680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74-49F3-A612-D45F042680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74-49F3-A612-D45F042680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spc="-6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74-49F3-A612-D45F042680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spc="-6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74-49F3-A612-D45F0426807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spc="-6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574-49F3-A612-D45F042680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309664847"/>
        <c:axId val="1309667183"/>
      </c:barChart>
      <c:catAx>
        <c:axId val="1309664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-60" baseline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pPr>
            <a:endParaRPr lang="en-NL"/>
          </a:p>
        </c:txPr>
        <c:crossAx val="1309667183"/>
        <c:crosses val="autoZero"/>
        <c:auto val="1"/>
        <c:lblAlgn val="ctr"/>
        <c:lblOffset val="100"/>
        <c:noMultiLvlLbl val="0"/>
      </c:catAx>
      <c:valAx>
        <c:axId val="1309667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-60" baseline="0">
                <a:solidFill>
                  <a:schemeClr val="tx1">
                    <a:lumMod val="65000"/>
                    <a:lumOff val="35000"/>
                  </a:schemeClr>
                </a:solidFill>
                <a:latin typeface="Inter Light" panose="02000503000000020004" pitchFamily="2" charset="0"/>
                <a:ea typeface="Inter Light" panose="02000503000000020004" pitchFamily="2" charset="0"/>
                <a:cs typeface="+mn-cs"/>
              </a:defRPr>
            </a:pPr>
            <a:endParaRPr lang="en-NL"/>
          </a:p>
        </c:txPr>
        <c:crossAx val="13096648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spc="-60" baseline="0">
              <a:solidFill>
                <a:schemeClr val="tx1"/>
              </a:solidFill>
              <a:latin typeface="Inter Light" panose="02000503000000020004" pitchFamily="2" charset="0"/>
              <a:ea typeface="Inter Light" panose="02000503000000020004" pitchFamily="2" charset="0"/>
              <a:cs typeface="+mn-cs"/>
            </a:defRPr>
          </a:pPr>
          <a:endParaRPr lang="en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pc="-60" baseline="0">
          <a:latin typeface="Inter" panose="02000503000000020004" pitchFamily="2" charset="0"/>
          <a:ea typeface="Inter" panose="02000503000000020004" pitchFamily="2" charset="0"/>
        </a:defRPr>
      </a:pPr>
      <a:endParaRPr lang="en-NL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Sheet1!$A$2:$A$4</cx:f>
        <cx:lvl ptCount="3">
          <cx:pt idx="0">Category 1</cx:pt>
          <cx:pt idx="1">Category 2</cx:pt>
          <cx:pt idx="2">Category 3</cx:pt>
        </cx:lvl>
      </cx:strDim>
      <cx:numDim type="size">
        <cx:f>Sheet1!$B$2:$B$4</cx:f>
        <cx:lvl ptCount="3" formatCode="Standaard">
          <cx:pt idx="0">4.2999999999999998</cx:pt>
          <cx:pt idx="1">3</cx:pt>
          <cx:pt idx="2">2</cx:pt>
        </cx:lvl>
      </cx:numDim>
    </cx:data>
    <cx:data id="1">
      <cx:strDim type="cat">
        <cx:f>Sheet1!$A$2:$A$4</cx:f>
        <cx:lvl ptCount="3">
          <cx:pt idx="0">Category 1</cx:pt>
          <cx:pt idx="1">Category 2</cx:pt>
          <cx:pt idx="2">Category 3</cx:pt>
        </cx:lvl>
      </cx:strDim>
      <cx:numDim type="size">
        <cx:f>Sheet1!$C$2:$C$4</cx:f>
        <cx:lvl ptCount="3" formatCode="Standaard">
          <cx:pt idx="0">2.3999999999999999</cx:pt>
          <cx:pt idx="1">4.4000000000000004</cx:pt>
          <cx:pt idx="2">1.8</cx:pt>
        </cx:lvl>
      </cx:numDim>
    </cx:data>
    <cx:data id="2">
      <cx:strDim type="cat">
        <cx:f>Sheet1!$A$2:$A$4</cx:f>
        <cx:lvl ptCount="3">
          <cx:pt idx="0">Category 1</cx:pt>
          <cx:pt idx="1">Category 2</cx:pt>
          <cx:pt idx="2">Category 3</cx:pt>
        </cx:lvl>
      </cx:strDim>
      <cx:numDim type="size">
        <cx:f>Sheet1!$D$2:$D$4</cx:f>
        <cx:lvl ptCount="3" formatCode="Standaard">
          <cx:pt idx="0">2</cx:pt>
          <cx:pt idx="1">2</cx:pt>
          <cx:pt idx="2">3</cx:pt>
        </cx:lvl>
      </cx:numDim>
    </cx:data>
  </cx:chartData>
  <cx:chart>
    <cx:plotArea>
      <cx:plotAreaRegion>
        <cx:series layoutId="sunburst" uniqueId="{59AB0F95-56BF-C34F-9F13-5BAD04C430A2}" formatIdx="0">
          <cx:tx>
            <cx:txData>
              <cx:f>Sheet1!$B$1</cx:f>
              <cx:v>Series 1</cx:v>
            </cx:txData>
          </cx:tx>
          <cx:dataId val="0"/>
        </cx:series>
        <cx:series layoutId="sunburst" hidden="1" uniqueId="{723086E4-409F-C645-BE41-9CFD28143149}" formatIdx="1">
          <cx:tx>
            <cx:txData>
              <cx:f>Sheet1!$C$1</cx:f>
              <cx:v>Series 2</cx:v>
            </cx:txData>
          </cx:tx>
          <cx:dataId val="1"/>
        </cx:series>
        <cx:series layoutId="sunburst" hidden="1" uniqueId="{1271E0E9-6F40-284E-9494-51DA1C1BAEB8}" formatIdx="2">
          <cx:tx>
            <cx:txData>
              <cx:f>Sheet1!$D$1</cx:f>
              <cx:v>Series 3</cx:v>
            </cx:txData>
          </cx:tx>
          <cx:dataId val="2"/>
        </cx:series>
      </cx:plotAreaRegion>
    </cx:plotArea>
    <cx:legend pos="b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 b="0" i="0" spc="-60" baseline="0">
              <a:solidFill>
                <a:schemeClr val="tx1"/>
              </a:solidFill>
              <a:latin typeface="Inter Light" panose="02000503000000020004" pitchFamily="2" charset="0"/>
              <a:ea typeface="Inter Light" panose="02000503000000020004" pitchFamily="2" charset="0"/>
              <a:cs typeface="Inter Light" panose="02000503000000020004" pitchFamily="2" charset="0"/>
            </a:defRPr>
          </a:pPr>
          <a:endParaRPr lang="en-GB" sz="1197" b="0" i="0" u="none" strike="noStrike" spc="-60" baseline="0">
            <a:solidFill>
              <a:schemeClr val="tx1"/>
            </a:solidFill>
            <a:latin typeface="Inter Light" panose="02000503000000020004" pitchFamily="2" charset="0"/>
            <a:ea typeface="Inter Light" panose="02000503000000020004" pitchFamily="2" charset="0"/>
          </a:endParaRPr>
        </a:p>
      </cx:txPr>
    </cx:legend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8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B40890-AC3D-4D31-98F0-01B124826A5C}" type="datetimeFigureOut">
              <a:rPr lang="nl-NL" smtClean="0"/>
              <a:t>25-09-2023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E8EFA-2DDF-46F1-B97C-2F4EF9D8D0F6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638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E8EFA-2DDF-46F1-B97C-2F4EF9D8D0F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66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E8EFA-2DDF-46F1-B97C-2F4EF9D8D0F6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36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E8EFA-2DDF-46F1-B97C-2F4EF9D8D0F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94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title-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D5598-7844-D14C-C4C5-5B409D350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963" y="1284287"/>
            <a:ext cx="7265988" cy="4268787"/>
          </a:xfrm>
        </p:spPr>
        <p:txBody>
          <a:bodyPr anchor="ctr"/>
          <a:lstStyle>
            <a:lvl1pPr algn="l">
              <a:defRPr sz="6000">
                <a:solidFill>
                  <a:srgbClr val="00E953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D8E1B11F-DBC1-6107-5551-2CDF801CFA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49" r="12722" b="17455"/>
          <a:stretch/>
        </p:blipFill>
        <p:spPr>
          <a:xfrm>
            <a:off x="7766156" y="0"/>
            <a:ext cx="4425844" cy="685800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0CE477F5-699E-FD8A-C4A1-F4D443FCC4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5667375"/>
            <a:ext cx="7265988" cy="838199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2000" b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enter name and date</a:t>
            </a:r>
          </a:p>
          <a:p>
            <a:pPr lvl="1"/>
            <a:r>
              <a:rPr lang="nl-NL" dirty="0" err="1">
                <a:latin typeface="Inter" panose="02000503000000020004" pitchFamily="2" charset="0"/>
                <a:ea typeface="Inter" panose="02000503000000020004" pitchFamily="2" charset="0"/>
              </a:rPr>
              <a:t>Month</a:t>
            </a:r>
            <a:r>
              <a:rPr lang="nl-NL" dirty="0">
                <a:latin typeface="Inter" panose="02000503000000020004" pitchFamily="2" charset="0"/>
                <a:ea typeface="Inter" panose="02000503000000020004" pitchFamily="2" charset="0"/>
              </a:rPr>
              <a:t> 0th, 2023 </a:t>
            </a:r>
            <a:endParaRPr lang="en-NL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7F50BD31-EA9E-3D2F-168D-A5E96FA0EA55}"/>
              </a:ext>
            </a:extLst>
          </p:cNvPr>
          <p:cNvSpPr txBox="1"/>
          <p:nvPr userDrawn="1"/>
        </p:nvSpPr>
        <p:spPr>
          <a:xfrm>
            <a:off x="-1868606" y="2495551"/>
            <a:ext cx="1836000" cy="4021986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200" b="1" dirty="0"/>
              <a:t>bold text</a:t>
            </a: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72B7473-A31D-CB04-D1F4-CB2C8E4B33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76046" y="4252191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C84776AB-1A05-80C9-6EDE-3E161EF40A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988589"/>
            <a:ext cx="216000" cy="2160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F8029F4D-0179-7FB6-9CD4-377698778F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6195262"/>
            <a:ext cx="216000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380F3D6-C137-1F4C-BE62-736BCADCC3A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63" y="228600"/>
            <a:ext cx="1526400" cy="89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0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PTtitle-white-bg_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D5598-7844-D14C-C4C5-5B409D350C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963" y="1284287"/>
            <a:ext cx="7265988" cy="4268787"/>
          </a:xfrm>
        </p:spPr>
        <p:txBody>
          <a:bodyPr anchor="ctr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CE477F5-699E-FD8A-C4A1-F4D443FCC4A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4" y="5667375"/>
            <a:ext cx="7265988" cy="838199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0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0" indent="0" algn="l">
              <a:lnSpc>
                <a:spcPct val="120000"/>
              </a:lnSpc>
              <a:buNone/>
              <a:defRPr sz="2000" b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enter name and date</a:t>
            </a:r>
          </a:p>
          <a:p>
            <a:pPr lvl="1"/>
            <a:r>
              <a:rPr lang="nl-NL" dirty="0" err="1">
                <a:latin typeface="Inter" panose="02000503000000020004" pitchFamily="2" charset="0"/>
                <a:ea typeface="Inter" panose="02000503000000020004" pitchFamily="2" charset="0"/>
              </a:rPr>
              <a:t>Month</a:t>
            </a:r>
            <a:r>
              <a:rPr lang="nl-NL" dirty="0">
                <a:latin typeface="Inter" panose="02000503000000020004" pitchFamily="2" charset="0"/>
                <a:ea typeface="Inter" panose="02000503000000020004" pitchFamily="2" charset="0"/>
              </a:rPr>
              <a:t> 0th, 2023 </a:t>
            </a:r>
            <a:endParaRPr lang="en-NL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7F0C65B6-F51A-1D87-3E1B-FE17CCF923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232" r="12693" b="17610"/>
          <a:stretch/>
        </p:blipFill>
        <p:spPr>
          <a:xfrm>
            <a:off x="7764686" y="1"/>
            <a:ext cx="4427314" cy="685800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71586FE6-17DE-29A4-B25B-414DAD0D943F}"/>
              </a:ext>
            </a:extLst>
          </p:cNvPr>
          <p:cNvSpPr txBox="1"/>
          <p:nvPr userDrawn="1"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baseline="0" dirty="0">
                <a:solidFill>
                  <a:schemeClr val="tx1"/>
                </a:solidFill>
              </a:rPr>
              <a:t>Add a background image by </a:t>
            </a:r>
          </a:p>
          <a:p>
            <a:endParaRPr lang="en-GB" sz="1000" baseline="0" dirty="0">
              <a:solidFill>
                <a:schemeClr val="tx1"/>
              </a:solidFill>
            </a:endParaRPr>
          </a:p>
          <a:p>
            <a:pPr marL="85725" lvl="0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Right-click -&gt; ‘Format background...',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Choose ‘Fill by image’ or ‘</a:t>
            </a:r>
            <a:r>
              <a:rPr lang="en-GB" sz="1000" baseline="0" dirty="0" err="1">
                <a:solidFill>
                  <a:schemeClr val="tx1"/>
                </a:solidFill>
              </a:rPr>
              <a:t>Bitmappattern</a:t>
            </a:r>
            <a:r>
              <a:rPr lang="en-GB" sz="1000" baseline="0" dirty="0">
                <a:solidFill>
                  <a:schemeClr val="tx1"/>
                </a:solidFill>
              </a:rPr>
              <a:t>’,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Click the ‘File...’-button to browse for an image.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341DC1-C39B-2090-6DAF-52CCD364A7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3" y="228600"/>
            <a:ext cx="1526400" cy="890400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85A3EEFE-CDA4-2FF4-9AB6-23A6EB80FFA1}"/>
              </a:ext>
            </a:extLst>
          </p:cNvPr>
          <p:cNvSpPr txBox="1"/>
          <p:nvPr userDrawn="1"/>
        </p:nvSpPr>
        <p:spPr>
          <a:xfrm>
            <a:off x="-1868606" y="2495551"/>
            <a:ext cx="1836000" cy="4021986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200" b="1" dirty="0"/>
              <a:t>bold text</a:t>
            </a: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03920F86-D06B-6ADB-A30C-4BCCDCA10E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76046" y="4252191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C5963B0-E205-F5D0-F981-01280A16C6C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988589"/>
            <a:ext cx="216000" cy="21600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C533646-DFF3-6AE0-40B4-248ECF9C49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6195262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541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4Item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4DD2-88A8-DB67-F27C-C2375941A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364869"/>
            <a:ext cx="11522868" cy="511278"/>
          </a:xfrm>
        </p:spPr>
        <p:txBody>
          <a:bodyPr/>
          <a:lstStyle>
            <a:lvl1pPr>
              <a:defRPr sz="2000" b="1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12" name="N01">
            <a:extLst>
              <a:ext uri="{FF2B5EF4-FFF2-40B4-BE49-F238E27FC236}">
                <a16:creationId xmlns:a16="http://schemas.microsoft.com/office/drawing/2014/main" id="{F2827A13-F1EE-F723-4C49-DDE17A69AA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6974" y="1104899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4" name="T01">
            <a:extLst>
              <a:ext uri="{FF2B5EF4-FFF2-40B4-BE49-F238E27FC236}">
                <a16:creationId xmlns:a16="http://schemas.microsoft.com/office/drawing/2014/main" id="{948C46D4-B079-827B-D3BF-883FD7B41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5239" y="1243400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5" name="N02">
            <a:extLst>
              <a:ext uri="{FF2B5EF4-FFF2-40B4-BE49-F238E27FC236}">
                <a16:creationId xmlns:a16="http://schemas.microsoft.com/office/drawing/2014/main" id="{E984DE7F-2177-9CF4-2E2F-4EBBCA4EA9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67425" y="2364553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6" name="T02">
            <a:extLst>
              <a:ext uri="{FF2B5EF4-FFF2-40B4-BE49-F238E27FC236}">
                <a16:creationId xmlns:a16="http://schemas.microsoft.com/office/drawing/2014/main" id="{E8E296EF-C3D8-9BB7-A6CD-C3E5F6161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25690" y="2503054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7" name="N03">
            <a:extLst>
              <a:ext uri="{FF2B5EF4-FFF2-40B4-BE49-F238E27FC236}">
                <a16:creationId xmlns:a16="http://schemas.microsoft.com/office/drawing/2014/main" id="{E9BECE0E-A0F3-E99C-EA2D-1A7CC41880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57450" y="3602803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8" name="T03">
            <a:extLst>
              <a:ext uri="{FF2B5EF4-FFF2-40B4-BE49-F238E27FC236}">
                <a16:creationId xmlns:a16="http://schemas.microsoft.com/office/drawing/2014/main" id="{56116BCE-891B-F0BA-9A54-ACF1035FCB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5715" y="3741304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9" name="N04">
            <a:extLst>
              <a:ext uri="{FF2B5EF4-FFF2-40B4-BE49-F238E27FC236}">
                <a16:creationId xmlns:a16="http://schemas.microsoft.com/office/drawing/2014/main" id="{AB5C10AA-C3F3-39F7-BA13-9E74197CF0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48375" y="4955353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20" name="T04">
            <a:extLst>
              <a:ext uri="{FF2B5EF4-FFF2-40B4-BE49-F238E27FC236}">
                <a16:creationId xmlns:a16="http://schemas.microsoft.com/office/drawing/2014/main" id="{DF4AD373-9CFB-F857-2EF3-D1EA0EF613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06640" y="5093854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0D6B848-3ACC-0A64-E295-BDE103B4ABE6}"/>
              </a:ext>
            </a:extLst>
          </p:cNvPr>
          <p:cNvSpPr txBox="1"/>
          <p:nvPr userDrawn="1"/>
        </p:nvSpPr>
        <p:spPr>
          <a:xfrm>
            <a:off x="-1868606" y="1381126"/>
            <a:ext cx="1836000" cy="393017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800" b="0" dirty="0">
                <a:latin typeface="+mj-lt"/>
              </a:rPr>
              <a:t>title text</a:t>
            </a:r>
            <a:endParaRPr lang="en-GB" sz="1200" b="0" dirty="0">
              <a:latin typeface="+mj-lt"/>
            </a:endParaRP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379ED82-F3F1-7D2D-7014-270089A3B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046" y="3045958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571F10E1-6F78-CBE4-C0FD-652356D16F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4860180"/>
            <a:ext cx="216000" cy="21600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A18166A-C9AE-AFF9-CD77-75DB1F200F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066853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3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8Item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4DD2-88A8-DB67-F27C-C2375941A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364869"/>
            <a:ext cx="11522868" cy="511278"/>
          </a:xfrm>
        </p:spPr>
        <p:txBody>
          <a:bodyPr/>
          <a:lstStyle>
            <a:lvl1pPr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12" name="N01">
            <a:extLst>
              <a:ext uri="{FF2B5EF4-FFF2-40B4-BE49-F238E27FC236}">
                <a16:creationId xmlns:a16="http://schemas.microsoft.com/office/drawing/2014/main" id="{F2827A13-F1EE-F723-4C49-DDE17A69AA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849" y="1104899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4" name="T01">
            <a:extLst>
              <a:ext uri="{FF2B5EF4-FFF2-40B4-BE49-F238E27FC236}">
                <a16:creationId xmlns:a16="http://schemas.microsoft.com/office/drawing/2014/main" id="{948C46D4-B079-827B-D3BF-883FD7B41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2114" y="1243400"/>
            <a:ext cx="4394836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5" name="N02">
            <a:extLst>
              <a:ext uri="{FF2B5EF4-FFF2-40B4-BE49-F238E27FC236}">
                <a16:creationId xmlns:a16="http://schemas.microsoft.com/office/drawing/2014/main" id="{E984DE7F-2177-9CF4-2E2F-4EBBCA4EA9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57900" y="1107253"/>
            <a:ext cx="1238251" cy="914401"/>
          </a:xfrm>
        </p:spPr>
        <p:txBody>
          <a:bodyPr/>
          <a:lstStyle>
            <a:lvl1pPr>
              <a:defRPr sz="6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6" name="T02">
            <a:extLst>
              <a:ext uri="{FF2B5EF4-FFF2-40B4-BE49-F238E27FC236}">
                <a16:creationId xmlns:a16="http://schemas.microsoft.com/office/drawing/2014/main" id="{E8E296EF-C3D8-9BB7-A6CD-C3E5F6161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6165" y="1245754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7" name="N03">
            <a:extLst>
              <a:ext uri="{FF2B5EF4-FFF2-40B4-BE49-F238E27FC236}">
                <a16:creationId xmlns:a16="http://schemas.microsoft.com/office/drawing/2014/main" id="{E9BECE0E-A0F3-E99C-EA2D-1A7CC41880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438" y="2555497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8" name="T03">
            <a:extLst>
              <a:ext uri="{FF2B5EF4-FFF2-40B4-BE49-F238E27FC236}">
                <a16:creationId xmlns:a16="http://schemas.microsoft.com/office/drawing/2014/main" id="{56116BCE-891B-F0BA-9A54-ACF1035FCB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703" y="2693998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9" name="N04">
            <a:extLst>
              <a:ext uri="{FF2B5EF4-FFF2-40B4-BE49-F238E27FC236}">
                <a16:creationId xmlns:a16="http://schemas.microsoft.com/office/drawing/2014/main" id="{AB5C10AA-C3F3-39F7-BA13-9E74197CF0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67425" y="2545972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20" name="T04">
            <a:extLst>
              <a:ext uri="{FF2B5EF4-FFF2-40B4-BE49-F238E27FC236}">
                <a16:creationId xmlns:a16="http://schemas.microsoft.com/office/drawing/2014/main" id="{DF4AD373-9CFB-F857-2EF3-D1EA0EF613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6165" y="2684473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N05">
            <a:extLst>
              <a:ext uri="{FF2B5EF4-FFF2-40B4-BE49-F238E27FC236}">
                <a16:creationId xmlns:a16="http://schemas.microsoft.com/office/drawing/2014/main" id="{6192BDD2-86D0-DB90-978F-3FED414472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9" y="3981449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6" name="T05">
            <a:extLst>
              <a:ext uri="{FF2B5EF4-FFF2-40B4-BE49-F238E27FC236}">
                <a16:creationId xmlns:a16="http://schemas.microsoft.com/office/drawing/2014/main" id="{9CB5A698-3047-8BC1-B070-417EBCC73D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2114" y="4119950"/>
            <a:ext cx="4394836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8" name="N06">
            <a:extLst>
              <a:ext uri="{FF2B5EF4-FFF2-40B4-BE49-F238E27FC236}">
                <a16:creationId xmlns:a16="http://schemas.microsoft.com/office/drawing/2014/main" id="{F121F9BF-BF88-5478-8DEA-821EE29761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57900" y="3983803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9" name="T06">
            <a:extLst>
              <a:ext uri="{FF2B5EF4-FFF2-40B4-BE49-F238E27FC236}">
                <a16:creationId xmlns:a16="http://schemas.microsoft.com/office/drawing/2014/main" id="{41EAE62F-319E-BABA-D63E-3BBF7847E9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16165" y="4122304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0" name="N07">
            <a:extLst>
              <a:ext uri="{FF2B5EF4-FFF2-40B4-BE49-F238E27FC236}">
                <a16:creationId xmlns:a16="http://schemas.microsoft.com/office/drawing/2014/main" id="{80D0AE61-83BA-F656-E04F-1C281E55B7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8" y="5432047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11" name="T07">
            <a:extLst>
              <a:ext uri="{FF2B5EF4-FFF2-40B4-BE49-F238E27FC236}">
                <a16:creationId xmlns:a16="http://schemas.microsoft.com/office/drawing/2014/main" id="{EF8204BF-E0B2-C377-1F58-F4CFAA25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83703" y="5570548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3" name="N08">
            <a:extLst>
              <a:ext uri="{FF2B5EF4-FFF2-40B4-BE49-F238E27FC236}">
                <a16:creationId xmlns:a16="http://schemas.microsoft.com/office/drawing/2014/main" id="{3381412F-89C2-60A7-724E-E487F6B60E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67425" y="5422522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21" name="T08">
            <a:extLst>
              <a:ext uri="{FF2B5EF4-FFF2-40B4-BE49-F238E27FC236}">
                <a16:creationId xmlns:a16="http://schemas.microsoft.com/office/drawing/2014/main" id="{6BCFC9A4-A55E-BFAD-4519-7CE4063DAB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16165" y="5561023"/>
            <a:ext cx="4395600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23" name="Tekstvak 22">
            <a:extLst>
              <a:ext uri="{FF2B5EF4-FFF2-40B4-BE49-F238E27FC236}">
                <a16:creationId xmlns:a16="http://schemas.microsoft.com/office/drawing/2014/main" id="{845C0F3F-EEA3-4D8D-241B-CBAC07759A8F}"/>
              </a:ext>
            </a:extLst>
          </p:cNvPr>
          <p:cNvSpPr txBox="1"/>
          <p:nvPr userDrawn="1"/>
        </p:nvSpPr>
        <p:spPr>
          <a:xfrm>
            <a:off x="-1868606" y="1381126"/>
            <a:ext cx="1836000" cy="393017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800" b="0" dirty="0">
                <a:latin typeface="+mj-lt"/>
              </a:rPr>
              <a:t>title text</a:t>
            </a:r>
            <a:endParaRPr lang="en-GB" sz="1200" b="0" dirty="0">
              <a:latin typeface="+mj-lt"/>
            </a:endParaRP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24" name="Afbeelding 23">
            <a:extLst>
              <a:ext uri="{FF2B5EF4-FFF2-40B4-BE49-F238E27FC236}">
                <a16:creationId xmlns:a16="http://schemas.microsoft.com/office/drawing/2014/main" id="{CCB725F9-46BC-79C7-8071-7CE2DDE4EE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046" y="3045958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CB79F0B9-FF90-D8C6-B04D-7A73C41B56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4860180"/>
            <a:ext cx="216000" cy="216000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7AC86D5F-5E52-AD26-6227-3CFEEE48E7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066853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9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black and tan background&#10;&#10;Description automatically generated">
            <a:extLst>
              <a:ext uri="{FF2B5EF4-FFF2-40B4-BE49-F238E27FC236}">
                <a16:creationId xmlns:a16="http://schemas.microsoft.com/office/drawing/2014/main" id="{786E1690-6A3B-FF08-E1F8-8085912A77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N01">
            <a:extLst>
              <a:ext uri="{FF2B5EF4-FFF2-40B4-BE49-F238E27FC236}">
                <a16:creationId xmlns:a16="http://schemas.microsoft.com/office/drawing/2014/main" id="{3F3E7B0D-070C-C904-34B8-430B36C12F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849" y="2876549"/>
            <a:ext cx="1238251" cy="914401"/>
          </a:xfrm>
        </p:spPr>
        <p:txBody>
          <a:bodyPr/>
          <a:lstStyle>
            <a:lvl1pPr>
              <a:defRPr sz="60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8" name="T01">
            <a:extLst>
              <a:ext uri="{FF2B5EF4-FFF2-40B4-BE49-F238E27FC236}">
                <a16:creationId xmlns:a16="http://schemas.microsoft.com/office/drawing/2014/main" id="{99BCD6B8-2D55-FB1E-375D-D8E18455DC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82114" y="3015050"/>
            <a:ext cx="4394836" cy="753900"/>
          </a:xfrm>
        </p:spPr>
        <p:txBody>
          <a:bodyPr/>
          <a:lstStyle>
            <a:lvl1pPr>
              <a:lnSpc>
                <a:spcPct val="100000"/>
              </a:lnSpc>
              <a:defRPr sz="3000" b="1" spc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15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B475EF07-555D-4D3A-5F60-77285F079276}"/>
              </a:ext>
            </a:extLst>
          </p:cNvPr>
          <p:cNvSpPr txBox="1"/>
          <p:nvPr userDrawn="1"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baseline="0" dirty="0">
                <a:solidFill>
                  <a:schemeClr val="tx1"/>
                </a:solidFill>
              </a:rPr>
              <a:t>Add a background image by </a:t>
            </a:r>
          </a:p>
          <a:p>
            <a:endParaRPr lang="en-GB" sz="1000" baseline="0" dirty="0">
              <a:solidFill>
                <a:schemeClr val="tx1"/>
              </a:solidFill>
            </a:endParaRPr>
          </a:p>
          <a:p>
            <a:pPr marL="85725" lvl="0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Right-click -&gt; ‘Format background...',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Choose ‘Fill by image’ or ‘</a:t>
            </a:r>
            <a:r>
              <a:rPr lang="en-GB" sz="1000" baseline="0" dirty="0" err="1">
                <a:solidFill>
                  <a:schemeClr val="tx1"/>
                </a:solidFill>
              </a:rPr>
              <a:t>Bitmappattern</a:t>
            </a:r>
            <a:r>
              <a:rPr lang="en-GB" sz="1000" baseline="0" dirty="0">
                <a:solidFill>
                  <a:schemeClr val="tx1"/>
                </a:solidFill>
              </a:rPr>
              <a:t>’,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Click the ‘File...’-button to browse for an image.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AFC46A27-A380-1960-72E3-C7C769927FB8}"/>
              </a:ext>
            </a:extLst>
          </p:cNvPr>
          <p:cNvSpPr txBox="1"/>
          <p:nvPr userDrawn="1"/>
        </p:nvSpPr>
        <p:spPr>
          <a:xfrm>
            <a:off x="-1868606" y="2895601"/>
            <a:ext cx="1836000" cy="393017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800" b="0" dirty="0">
                <a:latin typeface="+mj-lt"/>
              </a:rPr>
              <a:t>title text</a:t>
            </a:r>
            <a:endParaRPr lang="en-GB" sz="1200" b="0" dirty="0">
              <a:latin typeface="+mj-lt"/>
            </a:endParaRP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EE3D67F-C41B-FF26-5836-FFCC059A47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76046" y="4560433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26C6B9B-5047-FA43-0AA4-6D9DD769A6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6374655"/>
            <a:ext cx="216000" cy="216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D45E733-FEE9-3F57-5F6C-82FED4C6DA1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6581328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87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242E6E4-747B-3F75-3B92-69A84DBDA7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548" t="60045" b="2275"/>
          <a:stretch/>
        </p:blipFill>
        <p:spPr>
          <a:xfrm>
            <a:off x="0" y="0"/>
            <a:ext cx="7448198" cy="6858000"/>
          </a:xfrm>
          <a:prstGeom prst="rect">
            <a:avLst/>
          </a:prstGeom>
        </p:spPr>
      </p:pic>
      <p:sp>
        <p:nvSpPr>
          <p:cNvPr id="7" name="N01">
            <a:extLst>
              <a:ext uri="{FF2B5EF4-FFF2-40B4-BE49-F238E27FC236}">
                <a16:creationId xmlns:a16="http://schemas.microsoft.com/office/drawing/2014/main" id="{3F3E7B0D-070C-C904-34B8-430B36C12F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48198" y="2743199"/>
            <a:ext cx="1238251" cy="1162051"/>
          </a:xfrm>
        </p:spPr>
        <p:txBody>
          <a:bodyPr/>
          <a:lstStyle>
            <a:lvl1pPr>
              <a:defRPr sz="8000" b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8" name="T01">
            <a:extLst>
              <a:ext uri="{FF2B5EF4-FFF2-40B4-BE49-F238E27FC236}">
                <a16:creationId xmlns:a16="http://schemas.microsoft.com/office/drawing/2014/main" id="{99BCD6B8-2D55-FB1E-375D-D8E18455DC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2839" y="4062799"/>
            <a:ext cx="4394836" cy="2480875"/>
          </a:xfrm>
        </p:spPr>
        <p:txBody>
          <a:bodyPr/>
          <a:lstStyle>
            <a:lvl1pPr>
              <a:lnSpc>
                <a:spcPct val="100000"/>
              </a:lnSpc>
              <a:defRPr sz="4500" b="1" spc="0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2250" b="0">
                <a:solidFill>
                  <a:schemeClr val="accent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AF236F24-4BF4-37F3-B823-74362BC5240A}"/>
              </a:ext>
            </a:extLst>
          </p:cNvPr>
          <p:cNvSpPr txBox="1"/>
          <p:nvPr userDrawn="1"/>
        </p:nvSpPr>
        <p:spPr>
          <a:xfrm>
            <a:off x="-1868606" y="2895601"/>
            <a:ext cx="1836000" cy="393017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800" b="0" dirty="0">
                <a:latin typeface="+mj-lt"/>
              </a:rPr>
              <a:t>title text</a:t>
            </a:r>
            <a:endParaRPr lang="en-GB" sz="1200" b="0" dirty="0">
              <a:latin typeface="+mj-lt"/>
            </a:endParaRP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6C1067E-5155-47AD-14D4-F1731BB09B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76046" y="4560433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F6081A2-B865-80C0-409B-F01230BF6D9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6374655"/>
            <a:ext cx="216000" cy="2160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01BF4F1-6C38-5A88-5B8E-EF84CC6FE7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6581328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1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3">
    <p:bg>
      <p:bgPr>
        <a:solidFill>
          <a:srgbClr val="00E9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4862033-2BC3-3B42-0849-11E4842798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102" t="23475" r="12009" b="55300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7" name="N01">
            <a:extLst>
              <a:ext uri="{FF2B5EF4-FFF2-40B4-BE49-F238E27FC236}">
                <a16:creationId xmlns:a16="http://schemas.microsoft.com/office/drawing/2014/main" id="{3F3E7B0D-070C-C904-34B8-430B36C12F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0798" y="4396386"/>
            <a:ext cx="2749902" cy="2194914"/>
          </a:xfrm>
        </p:spPr>
        <p:txBody>
          <a:bodyPr/>
          <a:lstStyle>
            <a:lvl1pPr>
              <a:defRPr sz="16000" b="0" spc="0" baseline="0">
                <a:solidFill>
                  <a:srgbClr val="00E953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00</a:t>
            </a:r>
          </a:p>
        </p:txBody>
      </p:sp>
      <p:sp>
        <p:nvSpPr>
          <p:cNvPr id="8" name="T01">
            <a:extLst>
              <a:ext uri="{FF2B5EF4-FFF2-40B4-BE49-F238E27FC236}">
                <a16:creationId xmlns:a16="http://schemas.microsoft.com/office/drawing/2014/main" id="{99BCD6B8-2D55-FB1E-375D-D8E18455DC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82839" y="1916499"/>
            <a:ext cx="4394836" cy="2480875"/>
          </a:xfrm>
        </p:spPr>
        <p:txBody>
          <a:bodyPr/>
          <a:lstStyle>
            <a:lvl1pPr>
              <a:lnSpc>
                <a:spcPct val="100000"/>
              </a:lnSpc>
              <a:defRPr sz="4500" b="1" spc="0" baseline="0">
                <a:solidFill>
                  <a:srgbClr val="00E953"/>
                </a:solidFill>
                <a:latin typeface="+mj-lt"/>
              </a:defRPr>
            </a:lvl1pPr>
            <a:lvl2pPr marL="0" indent="0">
              <a:lnSpc>
                <a:spcPct val="95000"/>
              </a:lnSpc>
              <a:buNone/>
              <a:defRPr sz="2250" b="0">
                <a:solidFill>
                  <a:srgbClr val="00E953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enter </a:t>
            </a:r>
            <a:r>
              <a:rPr lang="nl-NL" dirty="0" err="1"/>
              <a:t>title</a:t>
            </a:r>
            <a:endParaRPr lang="nl-NL" dirty="0"/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50A94D59-1ADC-EBCC-7CB0-D15DB240ABA5}"/>
              </a:ext>
            </a:extLst>
          </p:cNvPr>
          <p:cNvSpPr txBox="1"/>
          <p:nvPr userDrawn="1"/>
        </p:nvSpPr>
        <p:spPr>
          <a:xfrm>
            <a:off x="-1868606" y="2895601"/>
            <a:ext cx="1836000" cy="393017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</a:t>
            </a:r>
            <a:r>
              <a:rPr lang="en-GB" sz="1800" b="0" dirty="0">
                <a:latin typeface="+mj-lt"/>
              </a:rPr>
              <a:t>title text</a:t>
            </a:r>
            <a:endParaRPr lang="en-GB" sz="1200" b="0" dirty="0">
              <a:latin typeface="+mj-lt"/>
            </a:endParaRPr>
          </a:p>
          <a:p>
            <a:r>
              <a:rPr lang="en-GB" sz="1200" dirty="0"/>
              <a:t>2 =</a:t>
            </a:r>
            <a:r>
              <a:rPr lang="en-GB" sz="1200" b="0" dirty="0"/>
              <a:t> regular text</a:t>
            </a:r>
            <a:endParaRPr lang="en-GB" sz="1200" b="1" dirty="0">
              <a:solidFill>
                <a:schemeClr val="accent2"/>
              </a:solidFill>
            </a:endParaRP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7EE81F2-014F-0DCC-8BD5-DFF5933D01A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76046" y="4560433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1EC66828-C29D-0058-F9F8-43B64FAB352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6374655"/>
            <a:ext cx="216000" cy="21600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47F37B52-8C95-DD00-789B-64EFA6DE16D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6581328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1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1247774"/>
            <a:ext cx="6088062" cy="4810125"/>
          </a:xfrm>
        </p:spPr>
        <p:txBody>
          <a:bodyPr wrap="square"/>
          <a:lstStyle>
            <a:lvl1pPr>
              <a:defRPr sz="4500" spc="0" baseline="0"/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A19F512-72D0-70E6-60C0-F3E6B23A4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8A62A153-7772-4CD4-D428-0B571BB335BF}"/>
              </a:ext>
            </a:extLst>
          </p:cNvPr>
          <p:cNvSpPr txBox="1"/>
          <p:nvPr userDrawn="1"/>
        </p:nvSpPr>
        <p:spPr>
          <a:xfrm>
            <a:off x="-1868606" y="1200151"/>
            <a:ext cx="1836000" cy="3089046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Highlight important part of the title text using </a:t>
            </a:r>
            <a:r>
              <a:rPr lang="en-GB" sz="1000" b="1" dirty="0">
                <a:solidFill>
                  <a:schemeClr val="accent2"/>
                </a:solidFill>
              </a:rPr>
              <a:t>Violet colour </a:t>
            </a:r>
          </a:p>
          <a:p>
            <a:endParaRPr lang="en-GB" sz="1000" dirty="0"/>
          </a:p>
          <a:p>
            <a:r>
              <a:rPr lang="en-GB" sz="1000" dirty="0"/>
              <a:t>Select the important part and click on Text colour button   (@ tab Start/Home - group Font), choose Violet, Accent 2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BF21135-B186-FE90-CAB6-E3B1D279006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84044" y="2808170"/>
            <a:ext cx="16668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0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-and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enter title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1A7F1E-40D7-406D-26C6-92EEBD06C124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pc="-60" baseline="0"/>
            </a:lvl1pPr>
            <a:lvl2pPr marL="0" indent="0">
              <a:buNone/>
              <a:defRPr b="1" spc="-60" baseline="0"/>
            </a:lvl2pPr>
            <a:lvl3pPr marL="270000" indent="-270000">
              <a:buFont typeface="Arial" panose="020B0604020202020204" pitchFamily="34" charset="0"/>
              <a:buChar char="•"/>
              <a:defRPr spc="-60" baseline="0"/>
            </a:lvl3pPr>
            <a:lvl4pPr marL="540000" indent="-270000">
              <a:buFont typeface="Courier New" panose="02070309020205020404" pitchFamily="49" charset="0"/>
              <a:buChar char="o"/>
              <a:defRPr spc="-60" baseline="0"/>
            </a:lvl4pPr>
            <a:lvl5pPr marL="809625" indent="-270000">
              <a:defRPr spc="-60" baseline="0"/>
            </a:lvl5pPr>
            <a:lvl6pPr>
              <a:buSzPct val="100000"/>
              <a:defRPr/>
            </a:lvl6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60D657E-7ED1-A173-4672-D0536FDB9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A52D2C9E-8A64-6031-3F6D-CE9FBFED2199}"/>
              </a:ext>
            </a:extLst>
          </p:cNvPr>
          <p:cNvSpPr txBox="1"/>
          <p:nvPr userDrawn="1"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2 = </a:t>
            </a:r>
            <a:r>
              <a:rPr lang="en-GB" sz="1200" b="1" dirty="0">
                <a:solidFill>
                  <a:schemeClr val="tx1"/>
                </a:solidFill>
              </a:rPr>
              <a:t>bold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</a:rPr>
              <a:t>3 =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r>
              <a:rPr lang="en-GB" sz="1200" dirty="0"/>
              <a:t>4 =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5 =      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6 =      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BF7929F-C6FE-EE87-B9ED-C8A7D75BE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087E8F1-7C72-1E92-E96F-E39EFB9967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277257"/>
            <a:ext cx="216000" cy="2160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B93B42E-2D2F-47F8-FDC0-FAB75E7757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48393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5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-and-body-in-2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enter title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1A7F1E-40D7-406D-26C6-92EEBD06C1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138" y="1200150"/>
            <a:ext cx="11522868" cy="4976813"/>
          </a:xfrm>
        </p:spPr>
        <p:txBody>
          <a:bodyPr numCol="2" spcCol="360000"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B154235-84CD-4434-F582-8B03F970D4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FD22372D-7B93-5458-70F2-60B6EB53FF74}"/>
              </a:ext>
            </a:extLst>
          </p:cNvPr>
          <p:cNvSpPr txBox="1"/>
          <p:nvPr userDrawn="1"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2 = </a:t>
            </a:r>
            <a:r>
              <a:rPr lang="en-GB" sz="1200" b="1" dirty="0">
                <a:solidFill>
                  <a:schemeClr val="tx1"/>
                </a:solidFill>
              </a:rPr>
              <a:t>bold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</a:rPr>
              <a:t>3 =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r>
              <a:rPr lang="en-GB" sz="1200" dirty="0"/>
              <a:t>4 =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5 =      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6 =      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065D34A-2739-6B9F-BD3E-19BB791F11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368CF5F6-D936-3E9A-CA76-59E956A5F5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277257"/>
            <a:ext cx="216000" cy="21600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6789EE9-B990-72C3-FD09-9645755A8E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48393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7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and-3image-3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enter title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1A7F1E-40D7-406D-26C6-92EEBD06C1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138" y="4171949"/>
            <a:ext cx="3776662" cy="2005013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  <a:lvl3pPr marL="180975" indent="-180975">
              <a:defRPr/>
            </a:lvl3pPr>
            <a:lvl4pPr marL="361950" indent="-180975">
              <a:defRPr/>
            </a:lvl4pPr>
            <a:lvl5pPr marL="542925" indent="-180975">
              <a:defRPr/>
            </a:lvl5pPr>
            <a:lvl6pPr marL="714375" indent="-171450">
              <a:defRPr/>
            </a:lvl6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60D657E-7ED1-A173-4672-D0536FDB9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9C69168A-A496-1153-83D8-68DAB3D6C6E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34963" y="1485899"/>
            <a:ext cx="3363912" cy="2219326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image</a:t>
            </a:r>
          </a:p>
        </p:txBody>
      </p:sp>
      <p:sp>
        <p:nvSpPr>
          <p:cNvPr id="9" name="Tijdelijke aanduiding voor afbeelding 4">
            <a:extLst>
              <a:ext uri="{FF2B5EF4-FFF2-40B4-BE49-F238E27FC236}">
                <a16:creationId xmlns:a16="http://schemas.microsoft.com/office/drawing/2014/main" id="{2ADEF36D-2D00-6855-6BF3-32EB2887DD4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297363" y="1482647"/>
            <a:ext cx="3363912" cy="221932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image</a:t>
            </a:r>
          </a:p>
        </p:txBody>
      </p:sp>
      <p:sp>
        <p:nvSpPr>
          <p:cNvPr id="10" name="Tijdelijke aanduiding voor afbeelding 4">
            <a:extLst>
              <a:ext uri="{FF2B5EF4-FFF2-40B4-BE49-F238E27FC236}">
                <a16:creationId xmlns:a16="http://schemas.microsoft.com/office/drawing/2014/main" id="{770A1855-195B-18FD-0CBE-93C41FD0093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59763" y="1482647"/>
            <a:ext cx="3363912" cy="221932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image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3A8E0C75-D511-A438-92EC-EA6F1AB1CE1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300540" y="4171948"/>
            <a:ext cx="3776662" cy="2005013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  <a:lvl3pPr marL="180975" indent="-180975">
              <a:defRPr/>
            </a:lvl3pPr>
            <a:lvl4pPr marL="361950" indent="-180975">
              <a:defRPr/>
            </a:lvl4pPr>
            <a:lvl5pPr marL="542925" indent="-180975">
              <a:defRPr/>
            </a:lvl5pPr>
            <a:lvl6pPr marL="714375" indent="-171450">
              <a:defRPr/>
            </a:lvl6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15" name="Tijdelijke aanduiding voor inhoud 2">
            <a:extLst>
              <a:ext uri="{FF2B5EF4-FFF2-40B4-BE49-F238E27FC236}">
                <a16:creationId xmlns:a16="http://schemas.microsoft.com/office/drawing/2014/main" id="{C0B63D4A-0F9E-AEB9-FF56-5A9ABAD4124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259763" y="4171947"/>
            <a:ext cx="3776662" cy="2005013"/>
          </a:xfrm>
        </p:spPr>
        <p:txBody>
          <a:bodyPr/>
          <a:lstStyle>
            <a:lvl1pPr>
              <a:defRPr/>
            </a:lvl1pPr>
            <a:lvl2pPr marL="0" indent="0">
              <a:buNone/>
              <a:defRPr/>
            </a:lvl2pPr>
            <a:lvl3pPr marL="180975" indent="-180975">
              <a:defRPr/>
            </a:lvl3pPr>
            <a:lvl4pPr marL="361950" indent="-180975">
              <a:defRPr/>
            </a:lvl4pPr>
            <a:lvl5pPr marL="542925" indent="-180975">
              <a:defRPr/>
            </a:lvl5pPr>
            <a:lvl6pPr marL="714375" indent="-171450">
              <a:defRPr/>
            </a:lvl6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786BAAD-FBF7-CFF7-45EF-3D1948BD6293}"/>
              </a:ext>
            </a:extLst>
          </p:cNvPr>
          <p:cNvSpPr txBox="1"/>
          <p:nvPr userDrawn="1"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2 = </a:t>
            </a:r>
            <a:r>
              <a:rPr lang="en-GB" sz="1200" b="1" dirty="0">
                <a:solidFill>
                  <a:schemeClr val="tx1"/>
                </a:solidFill>
              </a:rPr>
              <a:t>bold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</a:rPr>
              <a:t>3 =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r>
              <a:rPr lang="en-GB" sz="1200" dirty="0"/>
              <a:t>4 =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5 =      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6 =      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9CA94C0-39D0-1303-4DC1-72A4D33CFE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29C4815-6614-5E6D-0BD0-0910794852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277257"/>
            <a:ext cx="216000" cy="2160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7B884A4-BA74-4BAE-85B8-7888D2C398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48393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1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body_left-imag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545844"/>
            <a:ext cx="5757862" cy="511278"/>
          </a:xfrm>
        </p:spPr>
        <p:txBody>
          <a:bodyPr wrap="square"/>
          <a:lstStyle/>
          <a:p>
            <a:r>
              <a:rPr lang="en-GB" dirty="0"/>
              <a:t>Click to enter title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1A7F1E-40D7-406D-26C6-92EEBD06C1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138" y="1200150"/>
            <a:ext cx="5757862" cy="4976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60D657E-7ED1-A173-4672-D0536FDB9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25724CE-2AAA-B9DF-496F-C2C03007DF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819900" y="0"/>
            <a:ext cx="53721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image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6D82AE4D-21F4-C1D4-DBB0-5F1728F976C1}"/>
              </a:ext>
            </a:extLst>
          </p:cNvPr>
          <p:cNvSpPr txBox="1"/>
          <p:nvPr userDrawn="1"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2 = </a:t>
            </a:r>
            <a:r>
              <a:rPr lang="en-GB" sz="1200" b="1" dirty="0">
                <a:solidFill>
                  <a:schemeClr val="tx1"/>
                </a:solidFill>
              </a:rPr>
              <a:t>bold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</a:rPr>
              <a:t>3 =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r>
              <a:rPr lang="en-GB" sz="1200" dirty="0"/>
              <a:t>4 =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5 =      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6 =      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2169E5B-EBA9-42A6-7385-1675D851ED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85E30064-ADDF-6FDB-A89C-3475A0ADD2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277257"/>
            <a:ext cx="216000" cy="216000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ECE2A534-7387-BB30-B808-5C63F7865D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48393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8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_left-body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0763" y="545844"/>
            <a:ext cx="5757862" cy="511278"/>
          </a:xfrm>
        </p:spPr>
        <p:txBody>
          <a:bodyPr wrap="square"/>
          <a:lstStyle/>
          <a:p>
            <a:r>
              <a:rPr lang="en-GB" dirty="0"/>
              <a:t>Click to enter title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1A7F1E-40D7-406D-26C6-92EEBD06C1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0763" y="1200150"/>
            <a:ext cx="5757862" cy="4976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25724CE-2AAA-B9DF-496F-C2C03007DF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3721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add image</a:t>
            </a:r>
          </a:p>
          <a:p>
            <a:endParaRPr lang="en-GB" dirty="0"/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6DA97FF0-B863-30CE-2642-8F1DE7F2AE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917" y="6314315"/>
            <a:ext cx="814742" cy="337098"/>
          </a:xfrm>
          <a:prstGeom prst="rect">
            <a:avLst/>
          </a:prstGeom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3F0B2E0-E65B-4CDF-3932-F708264E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613FE78-9516-6EA7-B55E-F10E13154CA5}"/>
              </a:ext>
            </a:extLst>
          </p:cNvPr>
          <p:cNvSpPr txBox="1"/>
          <p:nvPr userDrawn="1"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dirty="0"/>
              <a:t>Format the body text by </a:t>
            </a:r>
            <a:r>
              <a:rPr lang="en-GB" sz="1000" dirty="0"/>
              <a:t>increasing or decreasing the list level.</a:t>
            </a:r>
          </a:p>
          <a:p>
            <a:endParaRPr lang="en-GB" sz="1000" dirty="0"/>
          </a:p>
          <a:p>
            <a:r>
              <a:rPr lang="en-US" sz="1000" dirty="0"/>
              <a:t>Place the cursor in the text line you want to format.</a:t>
            </a:r>
          </a:p>
          <a:p>
            <a:r>
              <a:rPr lang="en-US" sz="1000" dirty="0"/>
              <a:t>In Start/Home section, use the buttons ‘Indent More’ and ‘Indent Less’ (marked red) to format the text.</a:t>
            </a: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r>
              <a:rPr lang="en-GB" sz="1200" dirty="0"/>
              <a:t>1 = 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2 = </a:t>
            </a:r>
            <a:r>
              <a:rPr lang="en-GB" sz="1200" b="1" dirty="0">
                <a:solidFill>
                  <a:schemeClr val="tx1"/>
                </a:solidFill>
              </a:rPr>
              <a:t>bold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chemeClr val="tx1"/>
                </a:solidFill>
              </a:rPr>
              <a:t>3 =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r>
              <a:rPr lang="en-GB" sz="1200" dirty="0"/>
              <a:t>4 =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r>
              <a:rPr lang="en-GB" sz="1200" dirty="0">
                <a:solidFill>
                  <a:schemeClr val="tx1"/>
                </a:solidFill>
              </a:rPr>
              <a:t>5 =       • </a:t>
            </a:r>
            <a:r>
              <a:rPr lang="en-GB" sz="1200" b="0" dirty="0">
                <a:solidFill>
                  <a:schemeClr val="tx1"/>
                </a:solidFill>
              </a:rPr>
              <a:t>regular</a:t>
            </a:r>
            <a:r>
              <a:rPr lang="en-GB" sz="1200" b="1" dirty="0">
                <a:solidFill>
                  <a:schemeClr val="tx1"/>
                </a:solidFill>
              </a:rPr>
              <a:t> </a:t>
            </a:r>
            <a:r>
              <a:rPr lang="en-GB" sz="1200" b="0" dirty="0">
                <a:solidFill>
                  <a:schemeClr val="tx1"/>
                </a:solidFill>
              </a:rPr>
              <a:t>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6 =          </a:t>
            </a:r>
            <a:r>
              <a:rPr lang="en-GB" sz="700" dirty="0"/>
              <a:t>○</a:t>
            </a:r>
            <a:r>
              <a:rPr lang="en-GB" sz="1200" dirty="0"/>
              <a:t> </a:t>
            </a:r>
            <a:r>
              <a:rPr lang="en-GB" sz="1200" b="0" dirty="0"/>
              <a:t>regular text</a:t>
            </a:r>
          </a:p>
          <a:p>
            <a:endParaRPr lang="en-GB" sz="1200" b="0" dirty="0">
              <a:solidFill>
                <a:schemeClr val="tx1"/>
              </a:solidFill>
            </a:endParaRPr>
          </a:p>
          <a:p>
            <a:r>
              <a:rPr lang="en-GB" sz="1200" b="0" dirty="0">
                <a:solidFill>
                  <a:schemeClr val="tx1"/>
                </a:solidFill>
              </a:rPr>
              <a:t>Keyboard shortcuts:</a:t>
            </a:r>
          </a:p>
          <a:p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dirty="0">
                <a:solidFill>
                  <a:schemeClr val="tx1"/>
                </a:solidFill>
              </a:rPr>
              <a:t>[Alt]+[Shift]+</a:t>
            </a:r>
          </a:p>
          <a:p>
            <a:endParaRPr lang="en-GB" sz="1200" b="0" dirty="0">
              <a:solidFill>
                <a:schemeClr val="tx1"/>
              </a:solidFill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9E24F60-3038-F308-FB2C-54E35539E6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3B36873-23E0-BF73-76CA-873B5495754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4245" y="5277257"/>
            <a:ext cx="216000" cy="21600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352A9AE-AD6E-5C44-7EA9-04A7783355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824998" y="5483930"/>
            <a:ext cx="216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26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White-background_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4DD2-88A8-DB67-F27C-C2375941A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524256"/>
            <a:ext cx="11522868" cy="5793780"/>
          </a:xfrm>
        </p:spPr>
        <p:txBody>
          <a:bodyPr wrap="square" anchor="ctr"/>
          <a:lstStyle>
            <a:lvl1pPr algn="ctr">
              <a:lnSpc>
                <a:spcPct val="11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10458A6-E035-D122-8E9E-C9CF7E1A0472}"/>
              </a:ext>
            </a:extLst>
          </p:cNvPr>
          <p:cNvSpPr txBox="1"/>
          <p:nvPr userDrawn="1"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baseline="0" dirty="0">
                <a:solidFill>
                  <a:schemeClr val="tx1"/>
                </a:solidFill>
              </a:rPr>
              <a:t>Add a background image by </a:t>
            </a:r>
          </a:p>
          <a:p>
            <a:endParaRPr lang="en-GB" sz="1000" baseline="0" dirty="0">
              <a:solidFill>
                <a:schemeClr val="tx1"/>
              </a:solidFill>
            </a:endParaRPr>
          </a:p>
          <a:p>
            <a:pPr marL="85725" lvl="0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Right-click -&gt; ‘Format background...',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Choose ‘Fill by image’ or ‘</a:t>
            </a:r>
            <a:r>
              <a:rPr lang="en-GB" sz="1000" baseline="0" dirty="0" err="1">
                <a:solidFill>
                  <a:schemeClr val="tx1"/>
                </a:solidFill>
              </a:rPr>
              <a:t>Bitmappattern</a:t>
            </a:r>
            <a:r>
              <a:rPr lang="en-GB" sz="1000" baseline="0" dirty="0">
                <a:solidFill>
                  <a:schemeClr val="tx1"/>
                </a:solidFill>
              </a:rPr>
              <a:t>’,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Click the ‘File...’-button to browse for an image.</a:t>
            </a:r>
          </a:p>
        </p:txBody>
      </p:sp>
    </p:spTree>
    <p:extLst>
      <p:ext uri="{BB962C8B-B14F-4D97-AF65-F5344CB8AC3E}">
        <p14:creationId xmlns:p14="http://schemas.microsoft.com/office/powerpoint/2010/main" val="268853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Black-background_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4DD2-88A8-DB67-F27C-C2375941A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524256"/>
            <a:ext cx="11522868" cy="5793780"/>
          </a:xfrm>
        </p:spPr>
        <p:txBody>
          <a:bodyPr wrap="square" anchor="ctr"/>
          <a:lstStyle>
            <a:lvl1pPr algn="ctr">
              <a:lnSpc>
                <a:spcPct val="11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10458A6-E035-D122-8E9E-C9CF7E1A0472}"/>
              </a:ext>
            </a:extLst>
          </p:cNvPr>
          <p:cNvSpPr txBox="1"/>
          <p:nvPr userDrawn="1"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r>
              <a:rPr lang="en-GB" sz="1000" b="1" baseline="0" dirty="0">
                <a:solidFill>
                  <a:schemeClr val="tx1"/>
                </a:solidFill>
              </a:rPr>
              <a:t>Add a background image by </a:t>
            </a:r>
          </a:p>
          <a:p>
            <a:endParaRPr lang="en-GB" sz="1000" baseline="0" dirty="0">
              <a:solidFill>
                <a:schemeClr val="tx1"/>
              </a:solidFill>
            </a:endParaRPr>
          </a:p>
          <a:p>
            <a:pPr marL="85725" lvl="0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Right-click -&gt; ‘Format background...',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Choose ‘Fill by image’ or ‘</a:t>
            </a:r>
            <a:r>
              <a:rPr lang="en-GB" sz="1000" baseline="0" dirty="0" err="1">
                <a:solidFill>
                  <a:schemeClr val="tx1"/>
                </a:solidFill>
              </a:rPr>
              <a:t>Bitmappattern</a:t>
            </a:r>
            <a:r>
              <a:rPr lang="en-GB" sz="1000" baseline="0" dirty="0">
                <a:solidFill>
                  <a:schemeClr val="tx1"/>
                </a:solidFill>
              </a:rPr>
              <a:t>’,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baseline="0" dirty="0">
              <a:solidFill>
                <a:schemeClr val="tx1"/>
              </a:solidFill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en-GB" sz="1000" baseline="0" dirty="0">
                <a:solidFill>
                  <a:schemeClr val="tx1"/>
                </a:solidFill>
              </a:rPr>
              <a:t>Click the ‘File...’-button to browse for an image.</a:t>
            </a:r>
          </a:p>
        </p:txBody>
      </p:sp>
    </p:spTree>
    <p:extLst>
      <p:ext uri="{BB962C8B-B14F-4D97-AF65-F5344CB8AC3E}">
        <p14:creationId xmlns:p14="http://schemas.microsoft.com/office/powerpoint/2010/main" val="403763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background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4DD2-88A8-DB67-F27C-C2375941A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524256"/>
            <a:ext cx="11522868" cy="5793780"/>
          </a:xfrm>
        </p:spPr>
        <p:txBody>
          <a:bodyPr wrap="square" anchor="ctr"/>
          <a:lstStyle>
            <a:lvl1pPr algn="ctr">
              <a:lnSpc>
                <a:spcPct val="11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enter title</a:t>
            </a:r>
          </a:p>
        </p:txBody>
      </p:sp>
    </p:spTree>
    <p:extLst>
      <p:ext uri="{BB962C8B-B14F-4D97-AF65-F5344CB8AC3E}">
        <p14:creationId xmlns:p14="http://schemas.microsoft.com/office/powerpoint/2010/main" val="90540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FutureIsYuma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2679444"/>
            <a:ext cx="6422183" cy="2246124"/>
          </a:xfrm>
        </p:spPr>
        <p:txBody>
          <a:bodyPr wrap="square"/>
          <a:lstStyle>
            <a:lvl1pPr>
              <a:lnSpc>
                <a:spcPct val="80000"/>
              </a:lnSpc>
              <a:defRPr sz="6000"/>
            </a:lvl1pPr>
          </a:lstStyle>
          <a:p>
            <a:r>
              <a:rPr lang="en-GB" dirty="0"/>
              <a:t>The future is </a:t>
            </a:r>
            <a:br>
              <a:rPr lang="en-GB" dirty="0"/>
            </a:br>
            <a:r>
              <a:rPr lang="en-GB" dirty="0" err="1"/>
              <a:t>yuman</a:t>
            </a:r>
            <a:r>
              <a:rPr lang="en-GB" dirty="0"/>
              <a:t>.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14AB3980-BAB2-70FD-31A5-D43FAC39AB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5976"/>
          <a:stretch/>
        </p:blipFill>
        <p:spPr>
          <a:xfrm>
            <a:off x="6760322" y="454109"/>
            <a:ext cx="4950033" cy="6403892"/>
          </a:xfrm>
          <a:prstGeom prst="rect">
            <a:avLst/>
          </a:prstGeom>
        </p:spPr>
      </p:pic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24F9C48-DD1E-335E-12AC-DDCC7E5DC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5583936"/>
            <a:ext cx="6422183" cy="926592"/>
          </a:xfrm>
        </p:spPr>
        <p:txBody>
          <a:bodyPr/>
          <a:lstStyle>
            <a:lvl1pPr>
              <a:spcAft>
                <a:spcPts val="900"/>
              </a:spcAft>
              <a:defRPr sz="1800" b="1">
                <a:latin typeface="+mj-lt"/>
              </a:defRPr>
            </a:lvl1pPr>
            <a:lvl2pPr marL="0" indent="0">
              <a:buNone/>
              <a:defRPr sz="15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nl-NL" dirty="0"/>
              <a:t>Name</a:t>
            </a:r>
          </a:p>
          <a:p>
            <a:pPr lvl="1"/>
            <a:r>
              <a:rPr lang="nl-NL" dirty="0"/>
              <a:t>Tweede niveau</a:t>
            </a:r>
          </a:p>
        </p:txBody>
      </p:sp>
    </p:spTree>
    <p:extLst>
      <p:ext uri="{BB962C8B-B14F-4D97-AF65-F5344CB8AC3E}">
        <p14:creationId xmlns:p14="http://schemas.microsoft.com/office/powerpoint/2010/main" val="178844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24F9C48-DD1E-335E-12AC-DDCC7E5DC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138" y="6135330"/>
            <a:ext cx="4090987" cy="337098"/>
          </a:xfrm>
        </p:spPr>
        <p:txBody>
          <a:bodyPr numCol="1"/>
          <a:lstStyle>
            <a:lvl1pPr>
              <a:spcAft>
                <a:spcPts val="900"/>
              </a:spcAft>
              <a:defRPr lang="nl-NL" sz="1500" kern="1200" spc="60" baseline="0" dirty="0" smtClean="0">
                <a:solidFill>
                  <a:schemeClr val="tx1"/>
                </a:solidFill>
                <a:latin typeface="+mn-lt"/>
                <a:ea typeface="Inter Medium" panose="02000503000000020004" pitchFamily="2" charset="0"/>
                <a:cs typeface="+mn-cs"/>
              </a:defRPr>
            </a:lvl1pPr>
            <a:lvl2pPr marL="0" indent="0">
              <a:buNone/>
              <a:defRPr sz="15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nl-NL" dirty="0" err="1"/>
              <a:t>Thank</a:t>
            </a:r>
            <a:r>
              <a:rPr lang="nl-NL" dirty="0"/>
              <a:t> </a:t>
            </a:r>
            <a:r>
              <a:rPr lang="nl-NL" dirty="0" err="1"/>
              <a:t>you</a:t>
            </a:r>
            <a:endParaRPr lang="nl-NL" dirty="0"/>
          </a:p>
        </p:txBody>
      </p:sp>
      <p:pic>
        <p:nvPicPr>
          <p:cNvPr id="3" name="Picture 12">
            <a:extLst>
              <a:ext uri="{FF2B5EF4-FFF2-40B4-BE49-F238E27FC236}">
                <a16:creationId xmlns:a16="http://schemas.microsoft.com/office/drawing/2014/main" id="{16BE60D9-1C4B-C4B3-E8D6-CE1189E4E5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13231" y="2821757"/>
            <a:ext cx="3175844" cy="1314000"/>
          </a:xfrm>
          <a:prstGeom prst="rect">
            <a:avLst/>
          </a:prstGeom>
        </p:spPr>
      </p:pic>
      <p:sp>
        <p:nvSpPr>
          <p:cNvPr id="2" name="Tijdelijke aanduiding voor tekst 7">
            <a:extLst>
              <a:ext uri="{FF2B5EF4-FFF2-40B4-BE49-F238E27FC236}">
                <a16:creationId xmlns:a16="http://schemas.microsoft.com/office/drawing/2014/main" id="{39F491ED-95F3-1A66-519F-8AB69DD497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50507" y="6135330"/>
            <a:ext cx="4090987" cy="337098"/>
          </a:xfrm>
        </p:spPr>
        <p:txBody>
          <a:bodyPr numCol="1"/>
          <a:lstStyle>
            <a:lvl1pPr algn="ctr">
              <a:spcAft>
                <a:spcPts val="900"/>
              </a:spcAft>
              <a:defRPr lang="nl-NL" sz="1500" kern="1200" spc="60" baseline="0" dirty="0" smtClean="0">
                <a:solidFill>
                  <a:schemeClr val="tx1"/>
                </a:solidFill>
                <a:latin typeface="+mn-lt"/>
                <a:ea typeface="Inter Medium" panose="02000503000000020004" pitchFamily="2" charset="0"/>
                <a:cs typeface="+mn-cs"/>
              </a:defRPr>
            </a:lvl1pPr>
            <a:lvl2pPr marL="0" indent="0">
              <a:buNone/>
              <a:defRPr sz="15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nl-NL" dirty="0"/>
              <a:t>@weareyuma</a:t>
            </a:r>
          </a:p>
        </p:txBody>
      </p:sp>
      <p:sp>
        <p:nvSpPr>
          <p:cNvPr id="4" name="Tijdelijke aanduiding voor tekst 7">
            <a:extLst>
              <a:ext uri="{FF2B5EF4-FFF2-40B4-BE49-F238E27FC236}">
                <a16:creationId xmlns:a16="http://schemas.microsoft.com/office/drawing/2014/main" id="{B8BC5515-D1AC-A0C7-68F9-3DEEB159BD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62875" y="6135330"/>
            <a:ext cx="4090987" cy="337098"/>
          </a:xfrm>
        </p:spPr>
        <p:txBody>
          <a:bodyPr numCol="1"/>
          <a:lstStyle>
            <a:lvl1pPr algn="r">
              <a:spcAft>
                <a:spcPts val="900"/>
              </a:spcAft>
              <a:defRPr lang="nl-NL" sz="1500" kern="1200" spc="60" baseline="0" dirty="0" smtClean="0">
                <a:solidFill>
                  <a:schemeClr val="tx1"/>
                </a:solidFill>
                <a:latin typeface="+mn-lt"/>
                <a:ea typeface="Inter Medium" panose="02000503000000020004" pitchFamily="2" charset="0"/>
                <a:cs typeface="+mn-cs"/>
              </a:defRPr>
            </a:lvl1pPr>
            <a:lvl2pPr marL="0" indent="0">
              <a:buNone/>
              <a:defRPr sz="1500">
                <a:solidFill>
                  <a:schemeClr val="tx1"/>
                </a:solidFill>
                <a:latin typeface="+mn-lt"/>
              </a:defRPr>
            </a:lvl2pPr>
          </a:lstStyle>
          <a:p>
            <a:pPr lvl="0"/>
            <a:r>
              <a:rPr lang="nl-NL" dirty="0"/>
              <a:t>Email </a:t>
            </a:r>
            <a:r>
              <a:rPr lang="nl-NL" dirty="0" err="1"/>
              <a:t>address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5220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an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F2A9A0-CDBF-194F-7511-6DB11F3A8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138" y="535022"/>
            <a:ext cx="3368100" cy="5522878"/>
          </a:xfrm>
        </p:spPr>
        <p:txBody>
          <a:bodyPr wrap="square"/>
          <a:lstStyle>
            <a:lvl1pPr>
              <a:defRPr sz="3500"/>
            </a:lvl1pPr>
          </a:lstStyle>
          <a:p>
            <a:r>
              <a:rPr lang="en-GB" dirty="0"/>
              <a:t>Click to enter title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A19F512-72D0-70E6-60C0-F3E6B23A4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jdelijke aanduiding voor grafiek 3">
            <a:extLst>
              <a:ext uri="{FF2B5EF4-FFF2-40B4-BE49-F238E27FC236}">
                <a16:creationId xmlns:a16="http://schemas.microsoft.com/office/drawing/2014/main" id="{CC8E3CC3-8836-5C3D-9DDC-B6464590E4D2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4248000" y="1749600"/>
            <a:ext cx="7351200" cy="4903200"/>
          </a:xfrm>
        </p:spPr>
        <p:txBody>
          <a:bodyPr/>
          <a:lstStyle/>
          <a:p>
            <a:r>
              <a:rPr lang="en-GB"/>
              <a:t>Click icon to add chart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7AAE4249-81B5-97A5-59FD-267F1D77EC4E}"/>
              </a:ext>
            </a:extLst>
          </p:cNvPr>
          <p:cNvSpPr txBox="1"/>
          <p:nvPr userDrawn="1"/>
        </p:nvSpPr>
        <p:spPr>
          <a:xfrm>
            <a:off x="338138" y="-387349"/>
            <a:ext cx="11518899" cy="273049"/>
          </a:xfrm>
          <a:prstGeom prst="rect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GB" sz="1000" b="1" dirty="0"/>
              <a:t>This chart slide is an example, copy this slide to create your own chart slide. Use right-click on the chart to edit the data.</a:t>
            </a:r>
            <a:endParaRPr lang="en-GB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59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124D71D-4F24-12D1-2EF7-3718483C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GB"/>
              <a:t>Click to enter title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C29E81D-07B2-774D-7A54-80CB3BEED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138" y="1200150"/>
            <a:ext cx="7645656" cy="49768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enter text</a:t>
            </a:r>
          </a:p>
          <a:p>
            <a:pPr lvl="1"/>
            <a:r>
              <a:rPr lang="en-GB" dirty="0"/>
              <a:t>Level 2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7922583-60D9-3C1D-45BA-1317C5E0D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E2F16EB-7F80-4494-B794-C81C21348B3F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CA4B9782-7D0A-7E4C-8DAD-688B4D7B6C4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349917" y="6314315"/>
            <a:ext cx="814742" cy="33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7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1" r:id="rId5"/>
    <p:sldLayoutId id="2147483659" r:id="rId6"/>
    <p:sldLayoutId id="2147483668" r:id="rId7"/>
    <p:sldLayoutId id="2147483661" r:id="rId8"/>
    <p:sldLayoutId id="2147483650" r:id="rId9"/>
    <p:sldLayoutId id="2147483662" r:id="rId10"/>
    <p:sldLayoutId id="2147483663" r:id="rId11"/>
    <p:sldLayoutId id="2147483664" r:id="rId12"/>
    <p:sldLayoutId id="2147483665" r:id="rId13"/>
    <p:sldLayoutId id="2147483654" r:id="rId14"/>
    <p:sldLayoutId id="2147483671" r:id="rId15"/>
    <p:sldLayoutId id="2147483669" r:id="rId16"/>
    <p:sldLayoutId id="2147483666" r:id="rId17"/>
    <p:sldLayoutId id="2147483667" r:id="rId18"/>
    <p:sldLayoutId id="2147483670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600" kern="1200" spc="-6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None/>
        <a:defRPr sz="1600" b="1" kern="1200" spc="-60" baseline="0">
          <a:solidFill>
            <a:schemeClr val="tx1"/>
          </a:solidFill>
          <a:latin typeface="+mn-lt"/>
          <a:ea typeface="Inter Medium" panose="02000503000000020004" pitchFamily="2" charset="0"/>
          <a:cs typeface="+mn-cs"/>
        </a:defRPr>
      </a:lvl2pPr>
      <a:lvl3pPr marL="270000" indent="-270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1600" kern="1200" spc="-60" baseline="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270000" algn="l" defTabSz="914400" rtl="0" eaLnBrk="1" latinLnBrk="0" hangingPunct="1">
        <a:lnSpc>
          <a:spcPct val="110000"/>
        </a:lnSpc>
        <a:spcBef>
          <a:spcPts val="0"/>
        </a:spcBef>
        <a:buSzPct val="100000"/>
        <a:buFont typeface="Courier New" panose="02070309020205020404" pitchFamily="49" charset="0"/>
        <a:buChar char="o"/>
        <a:defRPr sz="1600" kern="1200" spc="-60" baseline="0">
          <a:solidFill>
            <a:schemeClr val="tx1"/>
          </a:solidFill>
          <a:latin typeface="+mn-lt"/>
          <a:ea typeface="+mn-ea"/>
          <a:cs typeface="+mn-cs"/>
        </a:defRPr>
      </a:lvl4pPr>
      <a:lvl5pPr marL="810000" indent="-27000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•"/>
        <a:defRPr sz="1600" kern="1200" spc="-60" baseline="0">
          <a:solidFill>
            <a:schemeClr val="tx1"/>
          </a:solidFill>
          <a:latin typeface="+mn-lt"/>
          <a:ea typeface="+mn-ea"/>
          <a:cs typeface="+mn-cs"/>
        </a:defRPr>
      </a:lvl5pPr>
      <a:lvl6pPr marL="1079500" indent="-270000" algn="l" defTabSz="914400" rtl="0" eaLnBrk="1" latinLnBrk="0" hangingPunct="1">
        <a:lnSpc>
          <a:spcPct val="110000"/>
        </a:lnSpc>
        <a:spcBef>
          <a:spcPts val="0"/>
        </a:spcBef>
        <a:buSzPct val="100000"/>
        <a:buFont typeface="Courier New" panose="02070309020205020404" pitchFamily="49" charset="0"/>
        <a:buChar char="o"/>
        <a:defRPr sz="1600" kern="1200" spc="-6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C8744-5EDE-EADC-556F-CAEDFB79A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284287"/>
            <a:ext cx="7265988" cy="4268787"/>
          </a:xfrm>
        </p:spPr>
        <p:txBody>
          <a:bodyPr/>
          <a:lstStyle/>
          <a:p>
            <a:r>
              <a:rPr lang="en-US" dirty="0"/>
              <a:t>Title is in Bogue</a:t>
            </a:r>
            <a:br>
              <a:rPr lang="en-US" dirty="0"/>
            </a:br>
            <a:r>
              <a:rPr lang="en-US" dirty="0"/>
              <a:t>Slab-Thin 60pt</a:t>
            </a:r>
            <a:endParaRPr lang="en-GB" dirty="0"/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86DF49FA-11C3-52BD-C40C-5795071E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4" y="5667375"/>
            <a:ext cx="7265988" cy="838199"/>
          </a:xfrm>
        </p:spPr>
        <p:txBody>
          <a:bodyPr/>
          <a:lstStyle/>
          <a:p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  <a:p>
            <a:pPr lvl="1"/>
            <a:r>
              <a:rPr lang="en-GB" dirty="0"/>
              <a:t>Month 1st, 2023</a:t>
            </a:r>
          </a:p>
        </p:txBody>
      </p:sp>
    </p:spTree>
    <p:extLst>
      <p:ext uri="{BB962C8B-B14F-4D97-AF65-F5344CB8AC3E}">
        <p14:creationId xmlns:p14="http://schemas.microsoft.com/office/powerpoint/2010/main" val="332196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C8744-5EDE-EADC-556F-CAEDFB79A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284287"/>
            <a:ext cx="7265988" cy="4268787"/>
          </a:xfrm>
        </p:spPr>
        <p:txBody>
          <a:bodyPr/>
          <a:lstStyle/>
          <a:p>
            <a:r>
              <a:rPr lang="en-US" dirty="0"/>
              <a:t>Title is in Bogue</a:t>
            </a:r>
            <a:br>
              <a:rPr lang="en-US" dirty="0"/>
            </a:br>
            <a:r>
              <a:rPr lang="en-US" dirty="0"/>
              <a:t>Slab-Thin 60pt</a:t>
            </a:r>
            <a:endParaRPr lang="en-GB" dirty="0"/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86DF49FA-11C3-52BD-C40C-5795071E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4" y="5667375"/>
            <a:ext cx="7265988" cy="838199"/>
          </a:xfrm>
        </p:spPr>
        <p:txBody>
          <a:bodyPr/>
          <a:lstStyle/>
          <a:p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  <a:p>
            <a:pPr lvl="1"/>
            <a:r>
              <a:rPr lang="en-GB" dirty="0"/>
              <a:t>Month 1st, 2023</a:t>
            </a:r>
          </a:p>
        </p:txBody>
      </p:sp>
    </p:spTree>
    <p:extLst>
      <p:ext uri="{BB962C8B-B14F-4D97-AF65-F5344CB8AC3E}">
        <p14:creationId xmlns:p14="http://schemas.microsoft.com/office/powerpoint/2010/main" val="659071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C8744-5EDE-EADC-556F-CAEDFB79A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963" y="1284287"/>
            <a:ext cx="7265988" cy="4268787"/>
          </a:xfrm>
        </p:spPr>
        <p:txBody>
          <a:bodyPr/>
          <a:lstStyle/>
          <a:p>
            <a:r>
              <a:rPr lang="en-US" dirty="0"/>
              <a:t>Title is in Bogue</a:t>
            </a:r>
            <a:br>
              <a:rPr lang="en-US" dirty="0"/>
            </a:br>
            <a:r>
              <a:rPr lang="en-US" dirty="0"/>
              <a:t>Slab-Thin 60pt</a:t>
            </a:r>
            <a:endParaRPr lang="en-GB" dirty="0"/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86DF49FA-11C3-52BD-C40C-5795071E5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964" y="5667375"/>
            <a:ext cx="7265988" cy="838199"/>
          </a:xfrm>
        </p:spPr>
        <p:txBody>
          <a:bodyPr/>
          <a:lstStyle/>
          <a:p>
            <a:r>
              <a:rPr lang="en-GB" dirty="0" err="1"/>
              <a:t>Firstname</a:t>
            </a:r>
            <a:r>
              <a:rPr lang="en-GB" dirty="0"/>
              <a:t> </a:t>
            </a:r>
            <a:r>
              <a:rPr lang="en-GB" dirty="0" err="1"/>
              <a:t>Lastname</a:t>
            </a:r>
            <a:endParaRPr lang="en-GB" dirty="0"/>
          </a:p>
          <a:p>
            <a:pPr lvl="1"/>
            <a:r>
              <a:rPr lang="en-GB" dirty="0"/>
              <a:t>Month 1st, 2023</a:t>
            </a:r>
          </a:p>
        </p:txBody>
      </p:sp>
    </p:spTree>
    <p:extLst>
      <p:ext uri="{BB962C8B-B14F-4D97-AF65-F5344CB8AC3E}">
        <p14:creationId xmlns:p14="http://schemas.microsoft.com/office/powerpoint/2010/main" val="218921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76865FB-327D-AC9B-A081-E1E98EE7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364869"/>
            <a:ext cx="11522868" cy="511278"/>
          </a:xfrm>
        </p:spPr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905E00-B331-F799-CD81-029140671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66974" y="1104899"/>
            <a:ext cx="1238251" cy="914401"/>
          </a:xfrm>
        </p:spPr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BA58FDB-926F-D025-C058-8B17033B6F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25239" y="1243400"/>
            <a:ext cx="4395600" cy="753900"/>
          </a:xfrm>
        </p:spPr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US" dirty="0"/>
              <a:t>What we discussed so far</a:t>
            </a:r>
            <a:endParaRPr lang="en-GB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2B87F49-C4FC-5697-07A2-7F963574EA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67425" y="2364553"/>
            <a:ext cx="1238251" cy="914401"/>
          </a:xfrm>
        </p:spPr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C1091F-1F2A-0C98-6D35-867FE30F94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25690" y="2503054"/>
            <a:ext cx="4395600" cy="753900"/>
          </a:xfrm>
        </p:spPr>
        <p:txBody>
          <a:bodyPr/>
          <a:lstStyle/>
          <a:p>
            <a:r>
              <a:rPr lang="en-GB" dirty="0"/>
              <a:t>Objective</a:t>
            </a:r>
          </a:p>
          <a:p>
            <a:pPr lvl="1"/>
            <a:r>
              <a:rPr lang="en-US" dirty="0"/>
              <a:t>What’s the goal of today</a:t>
            </a:r>
          </a:p>
          <a:p>
            <a:pPr lvl="1"/>
            <a:endParaRPr lang="en-GB" dirty="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3245C907-1136-C6B2-44A6-B6C1CCB46C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57450" y="3602803"/>
            <a:ext cx="1238251" cy="914401"/>
          </a:xfrm>
        </p:spPr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7F47992F-10C8-DB6C-FF75-B5ACE19DA2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15715" y="3741304"/>
            <a:ext cx="4395600" cy="753900"/>
          </a:xfrm>
        </p:spPr>
        <p:txBody>
          <a:bodyPr/>
          <a:lstStyle/>
          <a:p>
            <a:r>
              <a:rPr lang="en-GB" dirty="0"/>
              <a:t>Main idea</a:t>
            </a:r>
          </a:p>
          <a:p>
            <a:pPr lvl="1"/>
            <a:r>
              <a:rPr lang="en-US" dirty="0"/>
              <a:t>What we are going to create</a:t>
            </a:r>
            <a:endParaRPr lang="en-GB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E3C2A2C8-1EFE-5391-A550-DA9F36796A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48375" y="4955353"/>
            <a:ext cx="1238251" cy="914401"/>
          </a:xfrm>
        </p:spPr>
        <p:txBody>
          <a:bodyPr/>
          <a:lstStyle/>
          <a:p>
            <a:r>
              <a:rPr lang="en-GB" dirty="0"/>
              <a:t>04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22C5FDE2-0FED-A919-363E-6CB59D799C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06640" y="5093854"/>
            <a:ext cx="4395600" cy="753900"/>
          </a:xfrm>
        </p:spPr>
        <p:txBody>
          <a:bodyPr/>
          <a:lstStyle/>
          <a:p>
            <a:r>
              <a:rPr lang="en-GB" dirty="0"/>
              <a:t>Next step</a:t>
            </a:r>
          </a:p>
          <a:p>
            <a:pPr lvl="1"/>
            <a:r>
              <a:rPr lang="en-US" dirty="0"/>
              <a:t>Where we are heading to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4334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76865FB-327D-AC9B-A081-E1E98EE7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364869"/>
            <a:ext cx="11522868" cy="511278"/>
          </a:xfrm>
        </p:spPr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905E00-B331-F799-CD81-029140671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49" y="1104899"/>
            <a:ext cx="1238251" cy="914401"/>
          </a:xfrm>
        </p:spPr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BA58FDB-926F-D025-C058-8B17033B6F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82114" y="1243400"/>
            <a:ext cx="4394836" cy="753900"/>
          </a:xfrm>
        </p:spPr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US" dirty="0"/>
              <a:t>What we discussed so far</a:t>
            </a:r>
            <a:endParaRPr lang="en-GB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2B87F49-C4FC-5697-07A2-7F963574EA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57900" y="1107253"/>
            <a:ext cx="1238251" cy="914401"/>
          </a:xfrm>
        </p:spPr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1C1091F-1F2A-0C98-6D35-867FE30F94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6165" y="1245754"/>
            <a:ext cx="4395600" cy="753900"/>
          </a:xfrm>
        </p:spPr>
        <p:txBody>
          <a:bodyPr/>
          <a:lstStyle/>
          <a:p>
            <a:r>
              <a:rPr lang="en-GB" dirty="0"/>
              <a:t>Objective</a:t>
            </a:r>
          </a:p>
          <a:p>
            <a:pPr lvl="1"/>
            <a:r>
              <a:rPr lang="en-US" dirty="0"/>
              <a:t>What’s the goal of today</a:t>
            </a:r>
          </a:p>
          <a:p>
            <a:pPr lvl="1"/>
            <a:endParaRPr lang="en-GB" dirty="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3245C907-1136-C6B2-44A6-B6C1CCB46C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438" y="2555497"/>
            <a:ext cx="1238251" cy="914401"/>
          </a:xfrm>
        </p:spPr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7F47992F-10C8-DB6C-FF75-B5ACE19DA2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83703" y="2693998"/>
            <a:ext cx="4395600" cy="753900"/>
          </a:xfrm>
        </p:spPr>
        <p:txBody>
          <a:bodyPr/>
          <a:lstStyle/>
          <a:p>
            <a:r>
              <a:rPr lang="en-GB" dirty="0"/>
              <a:t>Main idea</a:t>
            </a:r>
          </a:p>
          <a:p>
            <a:pPr lvl="1"/>
            <a:r>
              <a:rPr lang="en-US" dirty="0"/>
              <a:t>What we are going to create</a:t>
            </a:r>
            <a:endParaRPr lang="en-GB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E3C2A2C8-1EFE-5391-A550-DA9F36796A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67425" y="2545972"/>
            <a:ext cx="1238251" cy="914401"/>
          </a:xfrm>
        </p:spPr>
        <p:txBody>
          <a:bodyPr/>
          <a:lstStyle/>
          <a:p>
            <a:r>
              <a:rPr lang="en-GB" dirty="0"/>
              <a:t>04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22C5FDE2-0FED-A919-363E-6CB59D799C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16165" y="2684473"/>
            <a:ext cx="4395600" cy="753900"/>
          </a:xfrm>
        </p:spPr>
        <p:txBody>
          <a:bodyPr/>
          <a:lstStyle/>
          <a:p>
            <a:r>
              <a:rPr lang="en-GB" dirty="0"/>
              <a:t>Next step</a:t>
            </a:r>
          </a:p>
          <a:p>
            <a:pPr lvl="1"/>
            <a:r>
              <a:rPr lang="en-US" dirty="0"/>
              <a:t>Where we are heading to</a:t>
            </a:r>
            <a:endParaRPr lang="en-GB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3507517A-7B8B-AC47-2014-F32158CA00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05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DF024392-D537-17D1-E357-6BE91210D5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75E7A3AA-1C47-7B44-5AF6-9EF88F05E4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 dirty="0"/>
              <a:t>06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39343C1A-DC9B-E801-D65F-5799BB1FDBF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B2C5ABB0-2375-C328-5BB6-526082FF95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GB" dirty="0"/>
              <a:t>07</a:t>
            </a:r>
          </a:p>
        </p:txBody>
      </p:sp>
      <p:sp>
        <p:nvSpPr>
          <p:cNvPr id="26" name="Tijdelijke aanduiding voor tekst 25">
            <a:extLst>
              <a:ext uri="{FF2B5EF4-FFF2-40B4-BE49-F238E27FC236}">
                <a16:creationId xmlns:a16="http://schemas.microsoft.com/office/drawing/2014/main" id="{0BDC7817-4490-9108-6B89-E934B4D7BC5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Tijdelijke aanduiding voor tekst 26">
            <a:extLst>
              <a:ext uri="{FF2B5EF4-FFF2-40B4-BE49-F238E27FC236}">
                <a16:creationId xmlns:a16="http://schemas.microsoft.com/office/drawing/2014/main" id="{2F4A3174-5F1D-2297-1EB5-0D15322E49F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GB" dirty="0"/>
              <a:t>08</a:t>
            </a:r>
          </a:p>
        </p:txBody>
      </p:sp>
      <p:sp>
        <p:nvSpPr>
          <p:cNvPr id="28" name="Tijdelijke aanduiding voor tekst 27">
            <a:extLst>
              <a:ext uri="{FF2B5EF4-FFF2-40B4-BE49-F238E27FC236}">
                <a16:creationId xmlns:a16="http://schemas.microsoft.com/office/drawing/2014/main" id="{1830EF08-5609-4FCA-72F8-5E066A3DB81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28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396ADF3-DB09-B32B-0AB4-7C682BD284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49" y="2876549"/>
            <a:ext cx="1238251" cy="914401"/>
          </a:xfrm>
        </p:spPr>
        <p:txBody>
          <a:bodyPr/>
          <a:lstStyle/>
          <a:p>
            <a:r>
              <a:rPr lang="en-GB" dirty="0"/>
              <a:t>01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302B1-CA19-2EB8-53F4-C6BA033117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82114" y="3015050"/>
            <a:ext cx="4394836" cy="753900"/>
          </a:xfrm>
        </p:spPr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US" dirty="0"/>
              <a:t>What we discussed so far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14765E1-A52A-B997-CA80-FC5712017B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48198" y="2743199"/>
            <a:ext cx="1238251" cy="1162051"/>
          </a:xfrm>
        </p:spPr>
        <p:txBody>
          <a:bodyPr/>
          <a:lstStyle/>
          <a:p>
            <a:r>
              <a:rPr lang="en-GB" dirty="0"/>
              <a:t>02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AAA3588-7A01-2159-3BDD-1863586C64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82839" y="4062799"/>
            <a:ext cx="4394836" cy="2480875"/>
          </a:xfrm>
        </p:spPr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GB" dirty="0"/>
              <a:t>What we discussed</a:t>
            </a:r>
          </a:p>
        </p:txBody>
      </p:sp>
    </p:spTree>
    <p:extLst>
      <p:ext uri="{BB962C8B-B14F-4D97-AF65-F5344CB8AC3E}">
        <p14:creationId xmlns:p14="http://schemas.microsoft.com/office/powerpoint/2010/main" val="23497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5F2D6ED-5E12-4794-ABA0-E3FB4C6776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798" y="4396386"/>
            <a:ext cx="2749902" cy="2194914"/>
          </a:xfrm>
        </p:spPr>
        <p:txBody>
          <a:bodyPr/>
          <a:lstStyle/>
          <a:p>
            <a:r>
              <a:rPr lang="en-GB" dirty="0"/>
              <a:t>03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A7E5337-77BB-E6B8-148D-E6F8E832CA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82839" y="1916499"/>
            <a:ext cx="4394836" cy="2480875"/>
          </a:xfrm>
        </p:spPr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GB" dirty="0"/>
              <a:t>What we discussed</a:t>
            </a:r>
          </a:p>
        </p:txBody>
      </p:sp>
    </p:spTree>
    <p:extLst>
      <p:ext uri="{BB962C8B-B14F-4D97-AF65-F5344CB8AC3E}">
        <p14:creationId xmlns:p14="http://schemas.microsoft.com/office/powerpoint/2010/main" val="321629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FE59B0-C680-3BCB-2A0E-50DD2375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1247774"/>
            <a:ext cx="6088062" cy="4810125"/>
          </a:xfrm>
        </p:spPr>
        <p:txBody>
          <a:bodyPr/>
          <a:lstStyle/>
          <a:p>
            <a:r>
              <a:rPr lang="en-US" dirty="0"/>
              <a:t>Text is in 45pt </a:t>
            </a:r>
            <a:r>
              <a:rPr lang="en-US" dirty="0" err="1"/>
              <a:t>bogueslab</a:t>
            </a:r>
            <a:r>
              <a:rPr lang="en-US" dirty="0"/>
              <a:t>-thin, tight, sentence case.</a:t>
            </a:r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EC641F1-16EE-AD46-C1B5-DEC7FEF23F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038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CA8AF3-4832-FA98-5E80-E58D9AE5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2069E1-27FE-3093-71CF-B76571AF5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00150"/>
            <a:ext cx="7645656" cy="4976813"/>
          </a:xfrm>
        </p:spPr>
        <p:txBody>
          <a:bodyPr/>
          <a:lstStyle/>
          <a:p>
            <a:r>
              <a:rPr lang="en-US" dirty="0"/>
              <a:t>Body paragraph is in 16pt with Inter Light with 0,6 character spacing. 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libero.</a:t>
            </a:r>
          </a:p>
          <a:p>
            <a:endParaRPr lang="en-US" dirty="0"/>
          </a:p>
          <a:p>
            <a:pPr lvl="1"/>
            <a:r>
              <a:rPr lang="en-US" dirty="0"/>
              <a:t>Item one in Inter Light (Bold) 16pt</a:t>
            </a:r>
          </a:p>
          <a:p>
            <a:pPr lvl="2"/>
            <a:r>
              <a:rPr lang="en-US" dirty="0"/>
              <a:t>Item one point one</a:t>
            </a:r>
          </a:p>
          <a:p>
            <a:pPr lvl="2"/>
            <a:r>
              <a:rPr lang="en-US" dirty="0"/>
              <a:t>Item one point two</a:t>
            </a:r>
          </a:p>
          <a:p>
            <a:pPr lvl="3"/>
            <a:r>
              <a:rPr lang="en-US" dirty="0"/>
              <a:t>Item one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one point one two</a:t>
            </a:r>
          </a:p>
          <a:p>
            <a:endParaRPr lang="en-US" dirty="0"/>
          </a:p>
          <a:p>
            <a:pPr lvl="1"/>
            <a:r>
              <a:rPr lang="en-US" dirty="0"/>
              <a:t>Item two</a:t>
            </a:r>
          </a:p>
          <a:p>
            <a:pPr lvl="2"/>
            <a:r>
              <a:rPr lang="en-US" dirty="0"/>
              <a:t>Item two point one</a:t>
            </a:r>
          </a:p>
          <a:p>
            <a:pPr lvl="2"/>
            <a:r>
              <a:rPr lang="en-US" dirty="0"/>
              <a:t>Item two point two</a:t>
            </a:r>
          </a:p>
          <a:p>
            <a:pPr lvl="3"/>
            <a:r>
              <a:rPr lang="en-US" dirty="0"/>
              <a:t>Item two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two point one two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791C3F5-2604-A4A3-D429-A3D7CDE96D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65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CA8AF3-4832-FA98-5E80-E58D9AE5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22069E1-27FE-3093-71CF-B76571AF5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00150"/>
            <a:ext cx="11522868" cy="4976813"/>
          </a:xfrm>
        </p:spPr>
        <p:txBody>
          <a:bodyPr/>
          <a:lstStyle/>
          <a:p>
            <a:r>
              <a:rPr lang="en-US" dirty="0"/>
              <a:t>Body paragraph is in 16pt with Inter Light with 0,6 character spacing. 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Maecenas </a:t>
            </a:r>
            <a:r>
              <a:rPr lang="en-US" dirty="0" err="1"/>
              <a:t>porttitor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, magna sed pulvinar </a:t>
            </a:r>
            <a:r>
              <a:rPr lang="en-US" dirty="0" err="1"/>
              <a:t>ultricies</a:t>
            </a:r>
            <a:r>
              <a:rPr lang="en-US" dirty="0"/>
              <a:t>, </a:t>
            </a:r>
            <a:r>
              <a:rPr lang="en-US" dirty="0" err="1"/>
              <a:t>purus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libero.</a:t>
            </a:r>
          </a:p>
          <a:p>
            <a:endParaRPr lang="en-US" dirty="0"/>
          </a:p>
          <a:p>
            <a:pPr lvl="1"/>
            <a:r>
              <a:rPr lang="en-US" dirty="0"/>
              <a:t>Item one in Inter Light (Bold) 16pt</a:t>
            </a:r>
          </a:p>
          <a:p>
            <a:pPr lvl="2"/>
            <a:r>
              <a:rPr lang="en-US" dirty="0"/>
              <a:t>Item one point one</a:t>
            </a:r>
          </a:p>
          <a:p>
            <a:pPr lvl="2"/>
            <a:r>
              <a:rPr lang="en-US" dirty="0"/>
              <a:t>Item one point two</a:t>
            </a:r>
          </a:p>
          <a:p>
            <a:pPr lvl="3"/>
            <a:r>
              <a:rPr lang="en-US" dirty="0"/>
              <a:t>Item one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one point one two</a:t>
            </a:r>
          </a:p>
          <a:p>
            <a:endParaRPr lang="en-US" dirty="0"/>
          </a:p>
          <a:p>
            <a:pPr lvl="1"/>
            <a:r>
              <a:rPr lang="en-US" dirty="0"/>
              <a:t>Item two</a:t>
            </a:r>
          </a:p>
          <a:p>
            <a:pPr lvl="2"/>
            <a:r>
              <a:rPr lang="en-US" dirty="0"/>
              <a:t>Item two point one</a:t>
            </a:r>
          </a:p>
          <a:p>
            <a:pPr lvl="2"/>
            <a:r>
              <a:rPr lang="en-US" dirty="0"/>
              <a:t>Item two point two</a:t>
            </a:r>
          </a:p>
          <a:p>
            <a:pPr lvl="3"/>
            <a:r>
              <a:rPr lang="en-US" dirty="0"/>
              <a:t>Item two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two point one two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1"/>
            <a:r>
              <a:rPr lang="en-US" dirty="0"/>
              <a:t>Item 3 in Inter Light (Bold) 16pt</a:t>
            </a:r>
          </a:p>
          <a:p>
            <a:pPr lvl="2"/>
            <a:r>
              <a:rPr lang="en-US" dirty="0"/>
              <a:t>Item one point one</a:t>
            </a:r>
          </a:p>
          <a:p>
            <a:pPr lvl="2"/>
            <a:r>
              <a:rPr lang="en-US" dirty="0"/>
              <a:t>Item one point two</a:t>
            </a:r>
          </a:p>
          <a:p>
            <a:pPr lvl="3"/>
            <a:r>
              <a:rPr lang="en-US" dirty="0"/>
              <a:t>Item one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one point one two</a:t>
            </a:r>
          </a:p>
          <a:p>
            <a:endParaRPr lang="en-US" dirty="0"/>
          </a:p>
          <a:p>
            <a:pPr lvl="1"/>
            <a:r>
              <a:rPr lang="en-US" dirty="0"/>
              <a:t>Item four</a:t>
            </a:r>
          </a:p>
          <a:p>
            <a:pPr lvl="2"/>
            <a:r>
              <a:rPr lang="en-US" dirty="0"/>
              <a:t>Item two point one</a:t>
            </a:r>
          </a:p>
          <a:p>
            <a:pPr lvl="2"/>
            <a:r>
              <a:rPr lang="en-US" dirty="0"/>
              <a:t>Item two point two</a:t>
            </a:r>
          </a:p>
          <a:p>
            <a:pPr lvl="3"/>
            <a:r>
              <a:rPr lang="en-US" dirty="0"/>
              <a:t>Item two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two point one two</a:t>
            </a:r>
          </a:p>
          <a:p>
            <a:pPr lvl="3"/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57FA121-FD18-E494-C769-6EE1481B32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362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038FE70-2088-00F5-3E45-7BDE195ED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724529F6-1F77-AD4B-55B0-A6AB62D40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4171949"/>
            <a:ext cx="3776662" cy="2005013"/>
          </a:xfrm>
        </p:spPr>
        <p:txBody>
          <a:bodyPr/>
          <a:lstStyle/>
          <a:p>
            <a:pPr lvl="1"/>
            <a:r>
              <a:rPr lang="en-US" dirty="0"/>
              <a:t>Item one</a:t>
            </a:r>
          </a:p>
          <a:p>
            <a:pPr lvl="2"/>
            <a:r>
              <a:rPr lang="en-US" dirty="0"/>
              <a:t>Item two point one</a:t>
            </a:r>
          </a:p>
          <a:p>
            <a:pPr lvl="2"/>
            <a:r>
              <a:rPr lang="en-US" dirty="0"/>
              <a:t>Item two point two</a:t>
            </a:r>
          </a:p>
          <a:p>
            <a:pPr lvl="3"/>
            <a:r>
              <a:rPr lang="en-US" dirty="0"/>
              <a:t>Item two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two point one two</a:t>
            </a:r>
          </a:p>
          <a:p>
            <a:endParaRPr lang="en-GB" dirty="0"/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207B3BC9-F349-9372-C394-4CDCC1258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B199158B-2BD4-8FD0-57CF-593AB58226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Tijdelijke aanduiding voor afbeelding 23">
            <a:extLst>
              <a:ext uri="{FF2B5EF4-FFF2-40B4-BE49-F238E27FC236}">
                <a16:creationId xmlns:a16="http://schemas.microsoft.com/office/drawing/2014/main" id="{C28451EC-7160-46B2-050A-3B9C793C80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0551EC7F-5B51-B46D-39FB-0985CC736D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EFFBC42D-A18F-2F08-66E6-66BE49A813B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300540" y="4171948"/>
            <a:ext cx="3776662" cy="2005013"/>
          </a:xfrm>
        </p:spPr>
        <p:txBody>
          <a:bodyPr/>
          <a:lstStyle/>
          <a:p>
            <a:pPr lvl="1"/>
            <a:r>
              <a:rPr lang="en-US"/>
              <a:t>Item one</a:t>
            </a:r>
          </a:p>
          <a:p>
            <a:pPr lvl="2"/>
            <a:r>
              <a:rPr lang="en-US"/>
              <a:t>Item two point one</a:t>
            </a:r>
          </a:p>
          <a:p>
            <a:pPr lvl="2"/>
            <a:r>
              <a:rPr lang="en-US"/>
              <a:t>Item two point two</a:t>
            </a:r>
          </a:p>
          <a:p>
            <a:pPr lvl="3"/>
            <a:r>
              <a:rPr lang="en-US"/>
              <a:t>Item two point one one</a:t>
            </a:r>
          </a:p>
          <a:p>
            <a:pPr lvl="3"/>
            <a:r>
              <a:rPr lang="en-US"/>
              <a:t>Item two point one two</a:t>
            </a:r>
          </a:p>
          <a:p>
            <a:endParaRPr lang="en-GB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BEFAEB71-4EC4-78CB-0E6D-E9CE2BD1E3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59763" y="4171947"/>
            <a:ext cx="3776662" cy="2005013"/>
          </a:xfrm>
        </p:spPr>
        <p:txBody>
          <a:bodyPr/>
          <a:lstStyle/>
          <a:p>
            <a:pPr lvl="1"/>
            <a:r>
              <a:rPr lang="en-US" dirty="0"/>
              <a:t>Item one</a:t>
            </a:r>
          </a:p>
          <a:p>
            <a:pPr lvl="2"/>
            <a:r>
              <a:rPr lang="en-US" dirty="0"/>
              <a:t>Item two point one</a:t>
            </a:r>
          </a:p>
          <a:p>
            <a:pPr lvl="2"/>
            <a:r>
              <a:rPr lang="en-US" dirty="0"/>
              <a:t>Item two point two</a:t>
            </a:r>
          </a:p>
          <a:p>
            <a:pPr lvl="3"/>
            <a:r>
              <a:rPr lang="en-US" dirty="0"/>
              <a:t>Item two point one </a:t>
            </a:r>
            <a:r>
              <a:rPr lang="en-US" dirty="0" err="1"/>
              <a:t>one</a:t>
            </a:r>
            <a:endParaRPr lang="en-US" dirty="0"/>
          </a:p>
          <a:p>
            <a:pPr lvl="3"/>
            <a:r>
              <a:rPr lang="en-US" dirty="0"/>
              <a:t>Item two point one two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7453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F1C0E-6D45-DE43-E0DF-A3DC371D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45844"/>
            <a:ext cx="5757862" cy="511278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934525-38F8-D22D-44A7-D82144675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00150"/>
            <a:ext cx="5757862" cy="4976813"/>
          </a:xfrm>
        </p:spPr>
        <p:txBody>
          <a:bodyPr/>
          <a:lstStyle/>
          <a:p>
            <a:r>
              <a:rPr lang="en-GB" dirty="0"/>
              <a:t>Body paragraph is in 16pt with Inter Light with 0,6 character spacing.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libero.</a:t>
            </a:r>
          </a:p>
          <a:p>
            <a:endParaRPr lang="en-GB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B28B648-9C5A-5BDC-C4FA-BD10A0711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D9CD97DB-CD55-9ABE-85A2-5435107A60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06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F1C0E-6D45-DE43-E0DF-A3DC371DA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0763" y="545844"/>
            <a:ext cx="5757862" cy="511278"/>
          </a:xfrm>
        </p:spPr>
        <p:txBody>
          <a:bodyPr/>
          <a:lstStyle/>
          <a:p>
            <a:r>
              <a:rPr lang="en-GB" dirty="0"/>
              <a:t>Slide title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934525-38F8-D22D-44A7-D82144675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763" y="1200150"/>
            <a:ext cx="5757862" cy="4976813"/>
          </a:xfrm>
        </p:spPr>
        <p:txBody>
          <a:bodyPr/>
          <a:lstStyle/>
          <a:p>
            <a:r>
              <a:rPr lang="en-GB" dirty="0"/>
              <a:t>Body paragraph is in 16pt with Inter Light with 0,6 character spacing.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Maecenas </a:t>
            </a:r>
            <a:r>
              <a:rPr lang="en-GB" dirty="0" err="1"/>
              <a:t>porttitor</a:t>
            </a:r>
            <a:r>
              <a:rPr lang="en-GB" dirty="0"/>
              <a:t> </a:t>
            </a:r>
            <a:r>
              <a:rPr lang="en-GB" dirty="0" err="1"/>
              <a:t>congue</a:t>
            </a:r>
            <a:r>
              <a:rPr lang="en-GB" dirty="0"/>
              <a:t> </a:t>
            </a:r>
            <a:r>
              <a:rPr lang="en-GB" dirty="0" err="1"/>
              <a:t>massa</a:t>
            </a:r>
            <a:r>
              <a:rPr lang="en-GB" dirty="0"/>
              <a:t>. </a:t>
            </a:r>
            <a:r>
              <a:rPr lang="en-GB" dirty="0" err="1"/>
              <a:t>Fusce</a:t>
            </a:r>
            <a:r>
              <a:rPr lang="en-GB" dirty="0"/>
              <a:t> </a:t>
            </a:r>
            <a:r>
              <a:rPr lang="en-GB" dirty="0" err="1"/>
              <a:t>posuere</a:t>
            </a:r>
            <a:r>
              <a:rPr lang="en-GB" dirty="0"/>
              <a:t>, magna </a:t>
            </a:r>
            <a:r>
              <a:rPr lang="en-GB" dirty="0" err="1"/>
              <a:t>sed</a:t>
            </a:r>
            <a:r>
              <a:rPr lang="en-GB" dirty="0"/>
              <a:t> pulvinar </a:t>
            </a:r>
            <a:r>
              <a:rPr lang="en-GB" dirty="0" err="1"/>
              <a:t>ultricies</a:t>
            </a:r>
            <a:r>
              <a:rPr lang="en-GB" dirty="0"/>
              <a:t>, </a:t>
            </a:r>
            <a:r>
              <a:rPr lang="en-GB" dirty="0" err="1"/>
              <a:t>purus</a:t>
            </a:r>
            <a:r>
              <a:rPr lang="en-GB" dirty="0"/>
              <a:t> </a:t>
            </a:r>
            <a:r>
              <a:rPr lang="en-GB" dirty="0" err="1"/>
              <a:t>lectus</a:t>
            </a:r>
            <a:r>
              <a:rPr lang="en-GB" dirty="0"/>
              <a:t> </a:t>
            </a:r>
            <a:r>
              <a:rPr lang="en-GB" dirty="0" err="1"/>
              <a:t>malesuada</a:t>
            </a:r>
            <a:r>
              <a:rPr lang="en-GB" dirty="0"/>
              <a:t> libero.</a:t>
            </a:r>
          </a:p>
          <a:p>
            <a:endParaRPr lang="en-GB" dirty="0"/>
          </a:p>
        </p:txBody>
      </p:sp>
      <p:sp>
        <p:nvSpPr>
          <p:cNvPr id="13" name="Tijdelijke aanduiding voor afbeelding 12">
            <a:extLst>
              <a:ext uri="{FF2B5EF4-FFF2-40B4-BE49-F238E27FC236}">
                <a16:creationId xmlns:a16="http://schemas.microsoft.com/office/drawing/2014/main" id="{BCC34D1C-07B3-2274-66E8-50D569C0F76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ijdelijke aanduiding voor dianummer 11">
            <a:extLst>
              <a:ext uri="{FF2B5EF4-FFF2-40B4-BE49-F238E27FC236}">
                <a16:creationId xmlns:a16="http://schemas.microsoft.com/office/drawing/2014/main" id="{19F4A21F-8AA1-6FC5-1E56-C5052435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40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6EC48B-0C1D-CD54-5D5D-D9FF9AC7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24256"/>
            <a:ext cx="11522868" cy="5793780"/>
          </a:xfrm>
        </p:spPr>
        <p:txBody>
          <a:bodyPr/>
          <a:lstStyle/>
          <a:p>
            <a:r>
              <a:rPr lang="en-US" dirty="0"/>
              <a:t>Statement is in </a:t>
            </a:r>
            <a:br>
              <a:rPr lang="en-US" dirty="0"/>
            </a:br>
            <a:r>
              <a:rPr lang="en-US" dirty="0" err="1"/>
              <a:t>BogueSlab</a:t>
            </a:r>
            <a:r>
              <a:rPr lang="en-US" dirty="0"/>
              <a:t>-Thin 60pt,  </a:t>
            </a:r>
            <a:br>
              <a:rPr lang="en-US" dirty="0"/>
            </a:br>
            <a:r>
              <a:rPr lang="en-US" dirty="0"/>
              <a:t>tight, and centered.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962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6EC48B-0C1D-CD54-5D5D-D9FF9AC7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24256"/>
            <a:ext cx="11522868" cy="5793780"/>
          </a:xfrm>
        </p:spPr>
        <p:txBody>
          <a:bodyPr/>
          <a:lstStyle/>
          <a:p>
            <a:r>
              <a:rPr lang="en-US" dirty="0"/>
              <a:t>Statement is in </a:t>
            </a:r>
            <a:br>
              <a:rPr lang="en-US" dirty="0"/>
            </a:br>
            <a:r>
              <a:rPr lang="en-US" dirty="0" err="1"/>
              <a:t>BogueSlab</a:t>
            </a:r>
            <a:r>
              <a:rPr lang="en-US" dirty="0"/>
              <a:t>-Thin 60pt,  </a:t>
            </a:r>
            <a:br>
              <a:rPr lang="en-US" dirty="0"/>
            </a:br>
            <a:r>
              <a:rPr lang="en-US" dirty="0"/>
              <a:t>tight, and centered.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43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6EC48B-0C1D-CD54-5D5D-D9FF9AC7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 is in </a:t>
            </a:r>
            <a:br>
              <a:rPr lang="en-US" dirty="0"/>
            </a:br>
            <a:r>
              <a:rPr lang="en-US" dirty="0" err="1"/>
              <a:t>BogueSlab</a:t>
            </a:r>
            <a:r>
              <a:rPr lang="en-US" dirty="0"/>
              <a:t>-Thin 60pt,  </a:t>
            </a:r>
            <a:br>
              <a:rPr lang="en-US" dirty="0"/>
            </a:br>
            <a:r>
              <a:rPr lang="en-US" dirty="0"/>
              <a:t>tight, and centered.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334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E6EC48B-0C1D-CD54-5D5D-D9FF9AC75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24256"/>
            <a:ext cx="11522868" cy="5793780"/>
          </a:xfrm>
        </p:spPr>
        <p:txBody>
          <a:bodyPr/>
          <a:lstStyle/>
          <a:p>
            <a:r>
              <a:rPr lang="en-US" dirty="0"/>
              <a:t>Statement is in </a:t>
            </a:r>
            <a:r>
              <a:rPr lang="en-US" dirty="0" err="1"/>
              <a:t>BogueSlab</a:t>
            </a:r>
            <a:br>
              <a:rPr lang="en-US" dirty="0"/>
            </a:br>
            <a:r>
              <a:rPr lang="en-US" dirty="0"/>
              <a:t>-Thin 60pt, tight, 1,1 </a:t>
            </a:r>
            <a:br>
              <a:rPr lang="en-US" dirty="0"/>
            </a:br>
            <a:r>
              <a:rPr lang="en-US" dirty="0"/>
              <a:t>line-spacing and centered.</a:t>
            </a:r>
          </a:p>
        </p:txBody>
      </p:sp>
    </p:spTree>
    <p:extLst>
      <p:ext uri="{BB962C8B-B14F-4D97-AF65-F5344CB8AC3E}">
        <p14:creationId xmlns:p14="http://schemas.microsoft.com/office/powerpoint/2010/main" val="204652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1FCA6A-56C5-9A30-3E8E-AC7BCB178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2679444"/>
            <a:ext cx="6422183" cy="2246124"/>
          </a:xfrm>
        </p:spPr>
        <p:txBody>
          <a:bodyPr/>
          <a:lstStyle/>
          <a:p>
            <a:r>
              <a:rPr lang="en-GB" dirty="0"/>
              <a:t>The future is </a:t>
            </a:r>
            <a:br>
              <a:rPr lang="en-GB" dirty="0"/>
            </a:br>
            <a:r>
              <a:rPr lang="en-GB" dirty="0" err="1"/>
              <a:t>yuman</a:t>
            </a:r>
            <a:r>
              <a:rPr lang="en-GB" dirty="0"/>
              <a:t>.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B6279B5-EE97-E259-B167-BDAEDDBB70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5583936"/>
            <a:ext cx="6422183" cy="926592"/>
          </a:xfrm>
        </p:spPr>
        <p:txBody>
          <a:bodyPr/>
          <a:lstStyle/>
          <a:p>
            <a:r>
              <a:rPr lang="en-GB" dirty="0"/>
              <a:t>Lot van </a:t>
            </a:r>
            <a:r>
              <a:rPr lang="en-GB" dirty="0" err="1"/>
              <a:t>Wegen</a:t>
            </a:r>
            <a:endParaRPr lang="en-GB" dirty="0"/>
          </a:p>
          <a:p>
            <a:pPr lvl="1"/>
            <a:r>
              <a:rPr lang="en-GB" b="0" dirty="0"/>
              <a:t>lot.van.wegen@weareyuma.com</a:t>
            </a:r>
          </a:p>
          <a:p>
            <a:pPr lvl="1"/>
            <a:r>
              <a:rPr lang="en-GB" b="0" dirty="0"/>
              <a:t>Follow us on </a:t>
            </a:r>
            <a:r>
              <a:rPr lang="en-GB" b="0" dirty="0" err="1"/>
              <a:t>Linkedin</a:t>
            </a:r>
            <a:endParaRPr lang="en-GB" b="0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933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869C44C-D799-A0FB-9953-8A1F933AB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138" y="6135330"/>
            <a:ext cx="4090987" cy="337098"/>
          </a:xfrm>
        </p:spPr>
        <p:txBody>
          <a:bodyPr/>
          <a:lstStyle/>
          <a:p>
            <a:r>
              <a:rPr lang="en-GB" spc="-70" dirty="0"/>
              <a:t>Thank you.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024A8D-C02D-9D6E-6698-9D63901CC2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spc="-70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FD177B9-8FD4-166E-C823-AC058987FA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spc="-70" dirty="0"/>
              <a:t>lot.van.wegen@weareyuma.com</a:t>
            </a:r>
          </a:p>
        </p:txBody>
      </p:sp>
    </p:spTree>
    <p:extLst>
      <p:ext uri="{BB962C8B-B14F-4D97-AF65-F5344CB8AC3E}">
        <p14:creationId xmlns:p14="http://schemas.microsoft.com/office/powerpoint/2010/main" val="362899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97C4-3D34-1A57-2BA1-583254DD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35022"/>
            <a:ext cx="3368100" cy="5522878"/>
          </a:xfrm>
        </p:spPr>
        <p:txBody>
          <a:bodyPr/>
          <a:lstStyle/>
          <a:p>
            <a:r>
              <a:rPr lang="en-GB" dirty="0"/>
              <a:t>Title in </a:t>
            </a:r>
            <a:r>
              <a:rPr lang="en-GB" dirty="0" err="1"/>
              <a:t>BogueSlab</a:t>
            </a:r>
            <a:r>
              <a:rPr lang="en-GB" dirty="0"/>
              <a:t>-Thin 35pt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62D63D3-8C28-1BE9-FF53-04974E5C2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21</a:t>
            </a:fld>
            <a:endParaRPr lang="en-GB" dirty="0"/>
          </a:p>
        </p:txBody>
      </p:sp>
      <p:graphicFrame>
        <p:nvGraphicFramePr>
          <p:cNvPr id="5" name="Chart 47">
            <a:extLst>
              <a:ext uri="{FF2B5EF4-FFF2-40B4-BE49-F238E27FC236}">
                <a16:creationId xmlns:a16="http://schemas.microsoft.com/office/drawing/2014/main" id="{C4CE8974-1192-64DA-A597-61FF2D30F5BC}"/>
              </a:ext>
            </a:extLst>
          </p:cNvPr>
          <p:cNvGraphicFramePr>
            <a:graphicFrameLocks noGrp="1"/>
          </p:cNvGraphicFramePr>
          <p:nvPr>
            <p:ph type="chart" sz="quarter" idx="11"/>
            <p:extLst>
              <p:ext uri="{D42A27DB-BD31-4B8C-83A1-F6EECF244321}">
                <p14:modId xmlns:p14="http://schemas.microsoft.com/office/powerpoint/2010/main" val="1247537380"/>
              </p:ext>
            </p:extLst>
          </p:nvPr>
        </p:nvGraphicFramePr>
        <p:xfrm>
          <a:off x="4248150" y="1749425"/>
          <a:ext cx="7351713" cy="490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25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97C4-3D34-1A57-2BA1-583254DD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35022"/>
            <a:ext cx="3368100" cy="5522878"/>
          </a:xfrm>
        </p:spPr>
        <p:txBody>
          <a:bodyPr/>
          <a:lstStyle/>
          <a:p>
            <a:r>
              <a:rPr lang="en-GB" dirty="0"/>
              <a:t>Title in </a:t>
            </a:r>
            <a:r>
              <a:rPr lang="en-GB" dirty="0" err="1"/>
              <a:t>BogueSlab</a:t>
            </a:r>
            <a:r>
              <a:rPr lang="en-GB" dirty="0"/>
              <a:t>-Thin 35pt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62D63D3-8C28-1BE9-FF53-04974E5C2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22</a:t>
            </a:fld>
            <a:endParaRPr lang="en-GB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47">
                <a:extLst>
                  <a:ext uri="{FF2B5EF4-FFF2-40B4-BE49-F238E27FC236}">
                    <a16:creationId xmlns:a16="http://schemas.microsoft.com/office/drawing/2014/main" id="{FB798C30-427D-E2C9-5113-8CAFE97D3130}"/>
                  </a:ext>
                </a:extLst>
              </p:cNvPr>
              <p:cNvGraphicFramePr>
                <a:graphicFrameLocks noGrp="1"/>
              </p:cNvGraphicFramePr>
              <p:nvPr>
                <p:ph type="chart" sz="quarter" idx="11"/>
                <p:extLst>
                  <p:ext uri="{D42A27DB-BD31-4B8C-83A1-F6EECF244321}">
                    <p14:modId xmlns:p14="http://schemas.microsoft.com/office/powerpoint/2010/main" val="2273744130"/>
                  </p:ext>
                </p:extLst>
              </p:nvPr>
            </p:nvGraphicFramePr>
            <p:xfrm>
              <a:off x="4248150" y="1749425"/>
              <a:ext cx="7351713" cy="490378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47">
                <a:extLst>
                  <a:ext uri="{FF2B5EF4-FFF2-40B4-BE49-F238E27FC236}">
                    <a16:creationId xmlns:a16="http://schemas.microsoft.com/office/drawing/2014/main" id="{FB798C30-427D-E2C9-5113-8CAFE97D31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8150" y="1749425"/>
                <a:ext cx="7351713" cy="49037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09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97C4-3D34-1A57-2BA1-583254DD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35022"/>
            <a:ext cx="3368100" cy="5522878"/>
          </a:xfrm>
        </p:spPr>
        <p:txBody>
          <a:bodyPr/>
          <a:lstStyle/>
          <a:p>
            <a:r>
              <a:rPr lang="en-GB" dirty="0"/>
              <a:t>Title in </a:t>
            </a:r>
            <a:r>
              <a:rPr lang="en-GB" dirty="0" err="1"/>
              <a:t>BogueSlab</a:t>
            </a:r>
            <a:r>
              <a:rPr lang="en-GB" dirty="0"/>
              <a:t>-Thin 35pt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62D63D3-8C28-1BE9-FF53-04974E5C2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23</a:t>
            </a:fld>
            <a:endParaRPr lang="en-GB" dirty="0"/>
          </a:p>
        </p:txBody>
      </p:sp>
      <p:graphicFrame>
        <p:nvGraphicFramePr>
          <p:cNvPr id="6" name="Chart 4">
            <a:extLst>
              <a:ext uri="{FF2B5EF4-FFF2-40B4-BE49-F238E27FC236}">
                <a16:creationId xmlns:a16="http://schemas.microsoft.com/office/drawing/2014/main" id="{4A8AB264-0D91-E045-627F-138429B77EE8}"/>
              </a:ext>
            </a:extLst>
          </p:cNvPr>
          <p:cNvGraphicFramePr>
            <a:graphicFrameLocks noGrp="1"/>
          </p:cNvGraphicFramePr>
          <p:nvPr>
            <p:ph type="chart" sz="quarter" idx="11"/>
            <p:extLst>
              <p:ext uri="{D42A27DB-BD31-4B8C-83A1-F6EECF244321}">
                <p14:modId xmlns:p14="http://schemas.microsoft.com/office/powerpoint/2010/main" val="487348930"/>
              </p:ext>
            </p:extLst>
          </p:nvPr>
        </p:nvGraphicFramePr>
        <p:xfrm>
          <a:off x="4248150" y="1749425"/>
          <a:ext cx="7351713" cy="490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496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97C4-3D34-1A57-2BA1-583254DD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35022"/>
            <a:ext cx="3368100" cy="5522878"/>
          </a:xfrm>
        </p:spPr>
        <p:txBody>
          <a:bodyPr/>
          <a:lstStyle/>
          <a:p>
            <a:r>
              <a:rPr lang="en-GB" dirty="0"/>
              <a:t>Title in </a:t>
            </a:r>
            <a:r>
              <a:rPr lang="en-GB" dirty="0" err="1"/>
              <a:t>BogueSlab</a:t>
            </a:r>
            <a:r>
              <a:rPr lang="en-GB" dirty="0"/>
              <a:t>-Thin 35pt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62D63D3-8C28-1BE9-FF53-04974E5C2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24</a:t>
            </a:fld>
            <a:endParaRPr lang="en-GB" dirty="0"/>
          </a:p>
        </p:txBody>
      </p:sp>
      <p:graphicFrame>
        <p:nvGraphicFramePr>
          <p:cNvPr id="11" name="Chart 4">
            <a:extLst>
              <a:ext uri="{FF2B5EF4-FFF2-40B4-BE49-F238E27FC236}">
                <a16:creationId xmlns:a16="http://schemas.microsoft.com/office/drawing/2014/main" id="{70D7C2DF-3A6E-1EF4-3B80-3484A9F33889}"/>
              </a:ext>
            </a:extLst>
          </p:cNvPr>
          <p:cNvGraphicFramePr>
            <a:graphicFrameLocks noGrp="1"/>
          </p:cNvGraphicFramePr>
          <p:nvPr>
            <p:ph type="chart" sz="quarter" idx="11"/>
            <p:extLst>
              <p:ext uri="{D42A27DB-BD31-4B8C-83A1-F6EECF244321}">
                <p14:modId xmlns:p14="http://schemas.microsoft.com/office/powerpoint/2010/main" val="2068803087"/>
              </p:ext>
            </p:extLst>
          </p:nvPr>
        </p:nvGraphicFramePr>
        <p:xfrm>
          <a:off x="4248150" y="1749425"/>
          <a:ext cx="7351713" cy="490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111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97C4-3D34-1A57-2BA1-583254DDE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138" y="535022"/>
            <a:ext cx="3368100" cy="5522878"/>
          </a:xfrm>
        </p:spPr>
        <p:txBody>
          <a:bodyPr/>
          <a:lstStyle/>
          <a:p>
            <a:r>
              <a:rPr lang="en-GB" dirty="0"/>
              <a:t>Title in </a:t>
            </a:r>
            <a:r>
              <a:rPr lang="en-GB" dirty="0" err="1"/>
              <a:t>BogueSlab</a:t>
            </a:r>
            <a:r>
              <a:rPr lang="en-GB" dirty="0"/>
              <a:t>-Thin 35pt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62D63D3-8C28-1BE9-FF53-04974E5C2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29639" y="6346825"/>
            <a:ext cx="3514725" cy="365125"/>
          </a:xfrm>
        </p:spPr>
        <p:txBody>
          <a:bodyPr/>
          <a:lstStyle/>
          <a:p>
            <a:fld id="{CE2F16EB-7F80-4494-B794-C81C21348B3F}" type="slidenum">
              <a:rPr lang="en-GB" smtClean="0"/>
              <a:pPr/>
              <a:t>25</a:t>
            </a:fld>
            <a:endParaRPr lang="en-GB" dirty="0"/>
          </a:p>
        </p:txBody>
      </p:sp>
      <p:graphicFrame>
        <p:nvGraphicFramePr>
          <p:cNvPr id="6" name="Chart 47">
            <a:extLst>
              <a:ext uri="{FF2B5EF4-FFF2-40B4-BE49-F238E27FC236}">
                <a16:creationId xmlns:a16="http://schemas.microsoft.com/office/drawing/2014/main" id="{AC79B076-0136-F5B4-70DB-0335D9408089}"/>
              </a:ext>
            </a:extLst>
          </p:cNvPr>
          <p:cNvGraphicFramePr>
            <a:graphicFrameLocks noGrp="1"/>
          </p:cNvGraphicFramePr>
          <p:nvPr>
            <p:ph type="chart" sz="quarter" idx="11"/>
            <p:extLst>
              <p:ext uri="{D42A27DB-BD31-4B8C-83A1-F6EECF244321}">
                <p14:modId xmlns:p14="http://schemas.microsoft.com/office/powerpoint/2010/main" val="2123322737"/>
              </p:ext>
            </p:extLst>
          </p:nvPr>
        </p:nvGraphicFramePr>
        <p:xfrm>
          <a:off x="4248150" y="1749425"/>
          <a:ext cx="7351713" cy="49037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338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Yuma">
  <a:themeElements>
    <a:clrScheme name="Yuma">
      <a:dk1>
        <a:srgbClr val="000000"/>
      </a:dk1>
      <a:lt1>
        <a:srgbClr val="FFFFFF"/>
      </a:lt1>
      <a:dk2>
        <a:srgbClr val="005D45"/>
      </a:dk2>
      <a:lt2>
        <a:srgbClr val="F0ECE9"/>
      </a:lt2>
      <a:accent1>
        <a:srgbClr val="EBA8FF"/>
      </a:accent1>
      <a:accent2>
        <a:srgbClr val="6434DA"/>
      </a:accent2>
      <a:accent3>
        <a:srgbClr val="C0C0C0"/>
      </a:accent3>
      <a:accent4>
        <a:srgbClr val="4FC36B"/>
      </a:accent4>
      <a:accent5>
        <a:srgbClr val="8F3F39"/>
      </a:accent5>
      <a:accent6>
        <a:srgbClr val="C4A791"/>
      </a:accent6>
      <a:hlink>
        <a:srgbClr val="00E853"/>
      </a:hlink>
      <a:folHlink>
        <a:srgbClr val="A9A9A9"/>
      </a:folHlink>
    </a:clrScheme>
    <a:fontScheme name="Yuma_Bogue_Inter">
      <a:majorFont>
        <a:latin typeface="Bogue Slab Thin"/>
        <a:ea typeface=""/>
        <a:cs typeface=""/>
      </a:majorFont>
      <a:minorFont>
        <a:latin typeface="Inter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uma_Presentation" id="{373C465F-8E17-DF42-A253-D017B37FE250}" vid="{F95D87A8-E467-8144-A1C1-97BB106A57FE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E5CA50551D5C4EB0A335F990E2EED0" ma:contentTypeVersion="16" ma:contentTypeDescription="Een nieuw document maken." ma:contentTypeScope="" ma:versionID="43a8279d0e01c2ace46dc52212b47f30">
  <xsd:schema xmlns:xsd="http://www.w3.org/2001/XMLSchema" xmlns:xs="http://www.w3.org/2001/XMLSchema" xmlns:p="http://schemas.microsoft.com/office/2006/metadata/properties" xmlns:ns2="f7b9fe2c-c940-4835-be4d-adc013a48af8" xmlns:ns3="f95324a7-7834-459c-8e32-c80a7ebce92c" targetNamespace="http://schemas.microsoft.com/office/2006/metadata/properties" ma:root="true" ma:fieldsID="5d40a5e53dcf9af7fa286e88a83b8a6b" ns2:_="" ns3:_="">
    <xsd:import namespace="f7b9fe2c-c940-4835-be4d-adc013a48af8"/>
    <xsd:import namespace="f95324a7-7834-459c-8e32-c80a7ebce9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b9fe2c-c940-4835-be4d-adc013a48a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84ab0a0-7498-4788-a850-e7088cbc51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5324a7-7834-459c-8e32-c80a7ebce9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cf7bd6-a2f8-48f9-9dd8-dbb9231e1def}" ma:internalName="TaxCatchAll" ma:showField="CatchAllData" ma:web="f95324a7-7834-459c-8e32-c80a7ebce9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5324a7-7834-459c-8e32-c80a7ebce92c" xsi:nil="true"/>
    <lcf76f155ced4ddcb4097134ff3c332f xmlns="f7b9fe2c-c940-4835-be4d-adc013a48a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EDFA664-867E-4CC5-901F-BEF08079E4D0}"/>
</file>

<file path=customXml/itemProps2.xml><?xml version="1.0" encoding="utf-8"?>
<ds:datastoreItem xmlns:ds="http://schemas.openxmlformats.org/officeDocument/2006/customXml" ds:itemID="{915EECEC-BC73-44E9-9787-06C037D416DE}"/>
</file>

<file path=customXml/itemProps3.xml><?xml version="1.0" encoding="utf-8"?>
<ds:datastoreItem xmlns:ds="http://schemas.openxmlformats.org/officeDocument/2006/customXml" ds:itemID="{46F8D6D4-B90F-408C-99EC-A38A7DB01CEF}"/>
</file>

<file path=docProps/app.xml><?xml version="1.0" encoding="utf-8"?>
<Properties xmlns="http://schemas.openxmlformats.org/officeDocument/2006/extended-properties" xmlns:vt="http://schemas.openxmlformats.org/officeDocument/2006/docPropsVTypes">
  <Template>Yuma</Template>
  <TotalTime>0</TotalTime>
  <Words>634</Words>
  <Application>Microsoft Macintosh PowerPoint</Application>
  <PresentationFormat>Widescreen</PresentationFormat>
  <Paragraphs>144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Courier New</vt:lpstr>
      <vt:lpstr>Inter Light</vt:lpstr>
      <vt:lpstr>Arial</vt:lpstr>
      <vt:lpstr>Bogue Slab Thin</vt:lpstr>
      <vt:lpstr>Calibri</vt:lpstr>
      <vt:lpstr>Inter</vt:lpstr>
      <vt:lpstr>Yuma</vt:lpstr>
      <vt:lpstr>Title is in Bogue Slab-Thin 60pt</vt:lpstr>
      <vt:lpstr>Title is in Bogue Slab-Thin 60pt</vt:lpstr>
      <vt:lpstr>Title is in Bogue Slab-Thin 60pt</vt:lpstr>
      <vt:lpstr>Agenda</vt:lpstr>
      <vt:lpstr>Agenda</vt:lpstr>
      <vt:lpstr>PowerPoint Presentation</vt:lpstr>
      <vt:lpstr>PowerPoint Presentation</vt:lpstr>
      <vt:lpstr>PowerPoint Presentation</vt:lpstr>
      <vt:lpstr>Text is in 45pt bogueslab-thin, tight, sentence case.</vt:lpstr>
      <vt:lpstr>Slide title</vt:lpstr>
      <vt:lpstr>Slide title</vt:lpstr>
      <vt:lpstr>Slide title</vt:lpstr>
      <vt:lpstr>Slide title</vt:lpstr>
      <vt:lpstr>Slide title</vt:lpstr>
      <vt:lpstr>Statement is in  BogueSlab-Thin 60pt,   tight, and centered.</vt:lpstr>
      <vt:lpstr>Statement is in  BogueSlab-Thin 60pt,   tight, and centered.</vt:lpstr>
      <vt:lpstr>Statement is in  BogueSlab-Thin 60pt,   tight, and centered.</vt:lpstr>
      <vt:lpstr>Statement is in BogueSlab -Thin 60pt, tight, 1,1  line-spacing and centered.</vt:lpstr>
      <vt:lpstr>The future is  yuman.</vt:lpstr>
      <vt:lpstr>PowerPoint Presentation</vt:lpstr>
      <vt:lpstr>Title in BogueSlab-Thin 35pt</vt:lpstr>
      <vt:lpstr>Title in BogueSlab-Thin 35pt</vt:lpstr>
      <vt:lpstr>Title in BogueSlab-Thin 35pt</vt:lpstr>
      <vt:lpstr>Title in BogueSlab-Thin 35pt</vt:lpstr>
      <vt:lpstr>Title in BogueSlab-Thin 35pt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is in Bogue Slab-Thin 60pt</dc:title>
  <dc:creator>Lot van Wegen</dc:creator>
  <cp:lastModifiedBy>Lot van Wegen</cp:lastModifiedBy>
  <cp:revision>1</cp:revision>
  <dcterms:created xsi:type="dcterms:W3CDTF">2023-09-25T14:32:17Z</dcterms:created>
  <dcterms:modified xsi:type="dcterms:W3CDTF">2023-09-25T14:33:00Z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0x0101003178BF62F15A574B84CC897758FD5655</vt:lpwstr>
  </property>
</Properties>
</file>